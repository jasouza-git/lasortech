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00FF"/>
    <a:srgbClr val="00FF00"/>
    <a:srgbClr val="FFFF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47C8E-B771-35AA-40ED-EAE229CEAE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4CFDFD-9E19-F773-76B1-7CB4D041B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8B024-7E41-0447-1650-001BF70F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EE236-6A04-18B7-296E-7B746F46A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10B2A-FD8E-B461-2F7E-0F3C6419C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05230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AF0C-A320-FEC2-874C-884F65DD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208FF-D550-F55D-34C3-4856FFF3C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2A3BB-7424-8E7E-20C6-8962679E2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AAB9-DA92-2FC0-9B91-8246C5396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6D85E-F002-9F1A-A2A0-0A4F503A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2170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057E-510F-9E4F-1327-61531BC2B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0BC542-B5FB-B8D4-8820-087F5C28D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77C09-364D-7EF7-0C62-A1A8AE8EA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2B74C-62EE-4D0A-E6FC-CAFE936A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E0163-B8C0-94B9-B37F-D562DA8A4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8057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C843F-F4D6-9811-5827-3E8B5B1F6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FCEA-2A5B-520E-E9B3-AE6D97AB9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45E9D-FF1C-4AA9-ABA3-851EC8A59D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5CA4B-5329-8E2E-37E2-BA8996DD7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B77D4-1B0B-3CEC-661C-3010C54EA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B59AAF-B4D8-05E0-8B32-DC9DF9248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47031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B2605-CBB5-7676-A389-9A6BE9A75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959393-0549-2E15-85E3-7D3F21228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484959-085D-CFAE-4012-D7065E9FA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C4558D-0A9D-04DF-FA73-2D221A318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872651-1649-FF63-90D1-A2C3580918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83E71-2BDD-C7D9-C31F-7D386932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D52627-C1AD-0F1C-3195-603E4CBD7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D9F55-41A7-5B35-348F-CAAFE3CEF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7834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99B80-A7D1-6962-EE6C-159969D5B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312CB-85D3-2D63-B583-002160D24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2EF6D-5D37-B1C0-C856-4F073ED19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CC0593-33FD-F84B-86A3-20712E7C0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15571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DCE692-CB35-26C8-A2F5-7E30C3A80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BE2C73-F726-954A-8AEE-E8C8257DB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4AEEF-21A8-7919-936C-A48E76AE0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11684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CFACE-DD3D-46B2-F37D-BF08A7DA9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7E8DD-747E-0EBC-426D-000993F56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993172-06A1-B7C8-DDA5-622A7D75B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22330F-EC01-E28D-05F8-FC4BB2FE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9779C-92AC-FB21-2CB3-65A5632BD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96442-5632-80F8-32DC-9FB3492A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52236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9F1A6-95CF-FD40-B0A5-894A09BE2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538178-D162-F41E-E856-0D5B5AACE1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2B1B14-E29C-CE17-AB26-305941618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F4AF4-7087-ACEC-70D4-483866657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99DBA-7B4F-F1AC-3E50-FF011F406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A84F8-2926-877B-0E84-B293F4DFB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12202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D6479-BC9D-F1AC-D70E-EB146D1DF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D5E873-87B0-DCEF-ECA2-48AE499B70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15F27D-45EA-FCFE-4BE1-91729D5BA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990B86-8C27-687E-E331-549BC5391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908FA-7403-1F87-2FFC-EB7F2750A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9855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74BCDF-2138-0944-A3E1-55728260D8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6C45-7AF1-0C56-20F2-8A80F1C7B3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2D3C2-DA83-75D0-B8E2-958DA740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8CBE4-70BF-D0F0-03BC-809324C6A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A15B1F-31B7-0C11-B5A7-4026BDD6F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22549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958E8-8D26-5172-1F9A-351928FB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E2DF2C-2A4C-8B78-9757-F0C996E984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28424-BB97-2783-A5D3-2EAF7919A0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350B5-71A6-4F4E-8E59-13A1EBC8F6D4}" type="datetimeFigureOut">
              <a:rPr lang="en-PH" smtClean="0"/>
              <a:t>26/06/2025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45289E-8428-0D2A-7240-A265575D7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348E5-78A5-E908-A4B4-CF8ACD240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93A0BF-F0B0-42DD-8130-3C5E7B03303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3555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20683F-6468-8023-2C2C-85B24B969357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4902311E-70AE-B2DB-8AEA-CC068AF0E053}"/>
              </a:ext>
            </a:extLst>
          </p:cNvPr>
          <p:cNvSpPr/>
          <p:nvPr/>
        </p:nvSpPr>
        <p:spPr>
          <a:xfrm>
            <a:off x="1435608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AA1E80C9-969E-FBAC-8DC3-4DBEA7E13990}"/>
              </a:ext>
            </a:extLst>
          </p:cNvPr>
          <p:cNvSpPr/>
          <p:nvPr/>
        </p:nvSpPr>
        <p:spPr>
          <a:xfrm flipH="1">
            <a:off x="2515608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FE0E31D4-F898-764D-06CD-FBE1D66FE567}"/>
              </a:ext>
            </a:extLst>
          </p:cNvPr>
          <p:cNvSpPr/>
          <p:nvPr/>
        </p:nvSpPr>
        <p:spPr>
          <a:xfrm flipV="1">
            <a:off x="1435608" y="23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2A01C5-645D-0476-CBCB-6A750EC85268}"/>
              </a:ext>
            </a:extLst>
          </p:cNvPr>
          <p:cNvSpPr/>
          <p:nvPr/>
        </p:nvSpPr>
        <p:spPr>
          <a:xfrm>
            <a:off x="1795608" y="2349000"/>
            <a:ext cx="1080000" cy="18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EC2ED58E-7E2F-B754-DF2A-97AFB745AA4E}"/>
              </a:ext>
            </a:extLst>
          </p:cNvPr>
          <p:cNvSpPr/>
          <p:nvPr/>
        </p:nvSpPr>
        <p:spPr>
          <a:xfrm>
            <a:off x="1795608" y="378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E9AA1A-70E3-791F-3939-5A116147570C}"/>
              </a:ext>
            </a:extLst>
          </p:cNvPr>
          <p:cNvSpPr/>
          <p:nvPr/>
        </p:nvSpPr>
        <p:spPr>
          <a:xfrm>
            <a:off x="1795608" y="2709000"/>
            <a:ext cx="1440000" cy="14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5754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89394-9821-1DFF-24D2-174EE403D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917C95-00AB-79DC-59D7-B77FD295E727}"/>
              </a:ext>
            </a:extLst>
          </p:cNvPr>
          <p:cNvSpPr/>
          <p:nvPr/>
        </p:nvSpPr>
        <p:spPr>
          <a:xfrm>
            <a:off x="1435608" y="2349000"/>
            <a:ext cx="216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0BE15D5-5709-193D-36A6-BF1EFE44AFA1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174BFF8-2404-1705-0F80-46899AC52846}"/>
              </a:ext>
            </a:extLst>
          </p:cNvPr>
          <p:cNvSpPr/>
          <p:nvPr/>
        </p:nvSpPr>
        <p:spPr>
          <a:xfrm flipH="1" flipV="1">
            <a:off x="215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40458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552E4-D7A7-7172-8811-222F3E9C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48A433-D623-2FD0-6826-73511A1A3D95}"/>
              </a:ext>
            </a:extLst>
          </p:cNvPr>
          <p:cNvSpPr/>
          <p:nvPr/>
        </p:nvSpPr>
        <p:spPr>
          <a:xfrm>
            <a:off x="1435608" y="2349000"/>
            <a:ext cx="216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2649FBE-44C2-C9EF-340B-52A7BF686CE2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C20441-D4B9-EAAD-3B3E-9F2B8C10014F}"/>
              </a:ext>
            </a:extLst>
          </p:cNvPr>
          <p:cNvSpPr/>
          <p:nvPr/>
        </p:nvSpPr>
        <p:spPr>
          <a:xfrm flipH="1" flipV="1">
            <a:off x="215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D08594-A1E0-D39D-495B-C596505AFB86}"/>
              </a:ext>
            </a:extLst>
          </p:cNvPr>
          <p:cNvSpPr/>
          <p:nvPr/>
        </p:nvSpPr>
        <p:spPr>
          <a:xfrm>
            <a:off x="1975608" y="2889000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4C782668-3E94-657C-A137-1DDA414B4AC0}"/>
              </a:ext>
            </a:extLst>
          </p:cNvPr>
          <p:cNvSpPr/>
          <p:nvPr/>
        </p:nvSpPr>
        <p:spPr>
          <a:xfrm>
            <a:off x="1975608" y="360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64F9485D-8D95-8AC6-290E-883DCB8D960C}"/>
              </a:ext>
            </a:extLst>
          </p:cNvPr>
          <p:cNvSpPr/>
          <p:nvPr/>
        </p:nvSpPr>
        <p:spPr>
          <a:xfrm rot="5400000" flipV="1">
            <a:off x="2695608" y="288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887CD5-7C33-9D0B-3FEE-13EADFCA48E5}"/>
              </a:ext>
            </a:extLst>
          </p:cNvPr>
          <p:cNvSpPr/>
          <p:nvPr/>
        </p:nvSpPr>
        <p:spPr>
          <a:xfrm>
            <a:off x="2330352" y="3249000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28859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441FE-188B-AA8A-0C88-00B4472C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A57A6F1-DECF-99C6-84BB-D7F4950C8E6E}"/>
              </a:ext>
            </a:extLst>
          </p:cNvPr>
          <p:cNvSpPr/>
          <p:nvPr/>
        </p:nvSpPr>
        <p:spPr>
          <a:xfrm>
            <a:off x="1435608" y="2349000"/>
            <a:ext cx="216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649716-96F2-B59B-1E87-C3C5D5AA53FE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B48273E-CDF0-516B-55F3-E6F1286C85FD}"/>
              </a:ext>
            </a:extLst>
          </p:cNvPr>
          <p:cNvSpPr/>
          <p:nvPr/>
        </p:nvSpPr>
        <p:spPr>
          <a:xfrm flipH="1" flipV="1">
            <a:off x="215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F549122-63E8-BE07-F58F-74A3203C44AE}"/>
              </a:ext>
            </a:extLst>
          </p:cNvPr>
          <p:cNvSpPr/>
          <p:nvPr/>
        </p:nvSpPr>
        <p:spPr>
          <a:xfrm>
            <a:off x="1975608" y="2889000"/>
            <a:ext cx="1080000" cy="1080000"/>
          </a:xfrm>
          <a:custGeom>
            <a:avLst/>
            <a:gdLst>
              <a:gd name="connsiteX0" fmla="*/ 354744 w 1080000"/>
              <a:gd name="connsiteY0" fmla="*/ 360000 h 1080000"/>
              <a:gd name="connsiteX1" fmla="*/ 354744 w 1080000"/>
              <a:gd name="connsiteY1" fmla="*/ 720000 h 1080000"/>
              <a:gd name="connsiteX2" fmla="*/ 714744 w 1080000"/>
              <a:gd name="connsiteY2" fmla="*/ 720000 h 1080000"/>
              <a:gd name="connsiteX3" fmla="*/ 714744 w 1080000"/>
              <a:gd name="connsiteY3" fmla="*/ 360000 h 1080000"/>
              <a:gd name="connsiteX4" fmla="*/ 0 w 1080000"/>
              <a:gd name="connsiteY4" fmla="*/ 0 h 1080000"/>
              <a:gd name="connsiteX5" fmla="*/ 720000 w 1080000"/>
              <a:gd name="connsiteY5" fmla="*/ 0 h 1080000"/>
              <a:gd name="connsiteX6" fmla="*/ 1080000 w 1080000"/>
              <a:gd name="connsiteY6" fmla="*/ 360000 h 1080000"/>
              <a:gd name="connsiteX7" fmla="*/ 1080000 w 1080000"/>
              <a:gd name="connsiteY7" fmla="*/ 1080000 h 1080000"/>
              <a:gd name="connsiteX8" fmla="*/ 360000 w 1080000"/>
              <a:gd name="connsiteY8" fmla="*/ 1080000 h 1080000"/>
              <a:gd name="connsiteX9" fmla="*/ 0 w 1080000"/>
              <a:gd name="connsiteY9" fmla="*/ 72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0000" h="1080000">
                <a:moveTo>
                  <a:pt x="354744" y="360000"/>
                </a:moveTo>
                <a:lnTo>
                  <a:pt x="354744" y="720000"/>
                </a:lnTo>
                <a:lnTo>
                  <a:pt x="714744" y="720000"/>
                </a:lnTo>
                <a:lnTo>
                  <a:pt x="714744" y="360000"/>
                </a:lnTo>
                <a:close/>
                <a:moveTo>
                  <a:pt x="0" y="0"/>
                </a:moveTo>
                <a:lnTo>
                  <a:pt x="720000" y="0"/>
                </a:lnTo>
                <a:lnTo>
                  <a:pt x="1080000" y="360000"/>
                </a:lnTo>
                <a:lnTo>
                  <a:pt x="1080000" y="1080000"/>
                </a:lnTo>
                <a:lnTo>
                  <a:pt x="360000" y="1080000"/>
                </a:lnTo>
                <a:lnTo>
                  <a:pt x="0" y="72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46429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8B8C-60C5-780F-90B0-AA89E2D05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C917479-E4A1-56A8-4091-74758037E9E9}"/>
              </a:ext>
            </a:extLst>
          </p:cNvPr>
          <p:cNvSpPr/>
          <p:nvPr/>
        </p:nvSpPr>
        <p:spPr>
          <a:xfrm>
            <a:off x="1435608" y="2349000"/>
            <a:ext cx="216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FDC4325-E379-4364-3393-A62E90B0D724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78584C5-FC22-4032-0D57-8E4ECF6BB04D}"/>
              </a:ext>
            </a:extLst>
          </p:cNvPr>
          <p:cNvSpPr/>
          <p:nvPr/>
        </p:nvSpPr>
        <p:spPr>
          <a:xfrm flipH="1" flipV="1">
            <a:off x="215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28C298B-10BC-A008-82BA-C3E7A2E53B11}"/>
              </a:ext>
            </a:extLst>
          </p:cNvPr>
          <p:cNvSpPr/>
          <p:nvPr/>
        </p:nvSpPr>
        <p:spPr>
          <a:xfrm>
            <a:off x="1975608" y="2889000"/>
            <a:ext cx="1080000" cy="1080000"/>
          </a:xfrm>
          <a:custGeom>
            <a:avLst/>
            <a:gdLst>
              <a:gd name="connsiteX0" fmla="*/ 354744 w 1080000"/>
              <a:gd name="connsiteY0" fmla="*/ 360000 h 1080000"/>
              <a:gd name="connsiteX1" fmla="*/ 354744 w 1080000"/>
              <a:gd name="connsiteY1" fmla="*/ 720000 h 1080000"/>
              <a:gd name="connsiteX2" fmla="*/ 714744 w 1080000"/>
              <a:gd name="connsiteY2" fmla="*/ 720000 h 1080000"/>
              <a:gd name="connsiteX3" fmla="*/ 714744 w 1080000"/>
              <a:gd name="connsiteY3" fmla="*/ 360000 h 1080000"/>
              <a:gd name="connsiteX4" fmla="*/ 0 w 1080000"/>
              <a:gd name="connsiteY4" fmla="*/ 0 h 1080000"/>
              <a:gd name="connsiteX5" fmla="*/ 720000 w 1080000"/>
              <a:gd name="connsiteY5" fmla="*/ 0 h 1080000"/>
              <a:gd name="connsiteX6" fmla="*/ 1080000 w 1080000"/>
              <a:gd name="connsiteY6" fmla="*/ 360000 h 1080000"/>
              <a:gd name="connsiteX7" fmla="*/ 1080000 w 1080000"/>
              <a:gd name="connsiteY7" fmla="*/ 1080000 h 1080000"/>
              <a:gd name="connsiteX8" fmla="*/ 360000 w 1080000"/>
              <a:gd name="connsiteY8" fmla="*/ 1080000 h 1080000"/>
              <a:gd name="connsiteX9" fmla="*/ 0 w 1080000"/>
              <a:gd name="connsiteY9" fmla="*/ 72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0000" h="1080000">
                <a:moveTo>
                  <a:pt x="354744" y="360000"/>
                </a:moveTo>
                <a:lnTo>
                  <a:pt x="354744" y="720000"/>
                </a:lnTo>
                <a:lnTo>
                  <a:pt x="714744" y="720000"/>
                </a:lnTo>
                <a:lnTo>
                  <a:pt x="714744" y="360000"/>
                </a:lnTo>
                <a:close/>
                <a:moveTo>
                  <a:pt x="0" y="0"/>
                </a:moveTo>
                <a:lnTo>
                  <a:pt x="720000" y="0"/>
                </a:lnTo>
                <a:lnTo>
                  <a:pt x="1080000" y="360000"/>
                </a:lnTo>
                <a:lnTo>
                  <a:pt x="1080000" y="1080000"/>
                </a:lnTo>
                <a:lnTo>
                  <a:pt x="360000" y="1080000"/>
                </a:lnTo>
                <a:lnTo>
                  <a:pt x="0" y="72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C671B8-4848-023C-83B5-F0CBBDB0E998}"/>
              </a:ext>
            </a:extLst>
          </p:cNvPr>
          <p:cNvSpPr/>
          <p:nvPr/>
        </p:nvSpPr>
        <p:spPr>
          <a:xfrm>
            <a:off x="1525608" y="3339000"/>
            <a:ext cx="180000" cy="1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4315C36A-6D48-2E0A-2C98-D052AA564C15}"/>
              </a:ext>
            </a:extLst>
          </p:cNvPr>
          <p:cNvSpPr/>
          <p:nvPr/>
        </p:nvSpPr>
        <p:spPr>
          <a:xfrm flipV="1">
            <a:off x="1525608" y="3519000"/>
            <a:ext cx="180000" cy="360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F85BE25E-AAE6-5EFB-D8DB-89CC482D95E0}"/>
              </a:ext>
            </a:extLst>
          </p:cNvPr>
          <p:cNvSpPr/>
          <p:nvPr/>
        </p:nvSpPr>
        <p:spPr>
          <a:xfrm rot="5400000" flipV="1">
            <a:off x="1255608" y="3249000"/>
            <a:ext cx="180000" cy="360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C86A12CF-1BA8-64FA-F755-1F1ED87A57BD}"/>
              </a:ext>
            </a:extLst>
          </p:cNvPr>
          <p:cNvSpPr/>
          <p:nvPr/>
        </p:nvSpPr>
        <p:spPr>
          <a:xfrm rot="5400000">
            <a:off x="1795608" y="3249000"/>
            <a:ext cx="180000" cy="360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18A6A7-7D91-B4FC-FA47-5F348D36C7F7}"/>
              </a:ext>
            </a:extLst>
          </p:cNvPr>
          <p:cNvGrpSpPr/>
          <p:nvPr/>
        </p:nvGrpSpPr>
        <p:grpSpPr>
          <a:xfrm>
            <a:off x="1525608" y="2979000"/>
            <a:ext cx="404999" cy="405000"/>
            <a:chOff x="1525608" y="2979000"/>
            <a:chExt cx="404999" cy="405000"/>
          </a:xfrm>
        </p:grpSpPr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EAA63F0D-0EC3-6B1B-BD62-778424CD2CCF}"/>
                </a:ext>
              </a:extLst>
            </p:cNvPr>
            <p:cNvSpPr/>
            <p:nvPr/>
          </p:nvSpPr>
          <p:spPr>
            <a:xfrm>
              <a:off x="1525608" y="2979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A5AB3960-67BE-F585-1030-7EA4A9E71579}"/>
                </a:ext>
              </a:extLst>
            </p:cNvPr>
            <p:cNvSpPr/>
            <p:nvPr/>
          </p:nvSpPr>
          <p:spPr>
            <a:xfrm rot="2700000">
              <a:off x="1660607" y="3114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13CFABF-576A-E657-331A-F7FA843780DE}"/>
              </a:ext>
            </a:extLst>
          </p:cNvPr>
          <p:cNvGrpSpPr/>
          <p:nvPr/>
        </p:nvGrpSpPr>
        <p:grpSpPr>
          <a:xfrm rot="5400000">
            <a:off x="1664836" y="3339000"/>
            <a:ext cx="404999" cy="405000"/>
            <a:chOff x="1525608" y="2979000"/>
            <a:chExt cx="404999" cy="405000"/>
          </a:xfrm>
        </p:grpSpPr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0F7175CC-A350-AF2F-E8A6-62ED0A5F995A}"/>
                </a:ext>
              </a:extLst>
            </p:cNvPr>
            <p:cNvSpPr/>
            <p:nvPr/>
          </p:nvSpPr>
          <p:spPr>
            <a:xfrm>
              <a:off x="1525608" y="2979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4294D158-1D4D-8F7D-6997-B53438252460}"/>
                </a:ext>
              </a:extLst>
            </p:cNvPr>
            <p:cNvSpPr/>
            <p:nvPr/>
          </p:nvSpPr>
          <p:spPr>
            <a:xfrm rot="2700000">
              <a:off x="1660607" y="3114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4CF8FFC-9C0F-671D-B701-E4B03BCF9A8E}"/>
              </a:ext>
            </a:extLst>
          </p:cNvPr>
          <p:cNvGrpSpPr/>
          <p:nvPr/>
        </p:nvGrpSpPr>
        <p:grpSpPr>
          <a:xfrm rot="10800000">
            <a:off x="1300609" y="3474000"/>
            <a:ext cx="404999" cy="405000"/>
            <a:chOff x="1525608" y="2979000"/>
            <a:chExt cx="404999" cy="405000"/>
          </a:xfrm>
        </p:grpSpPr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E8911BC3-FC2B-10C7-6F20-FB6AAD2B9A1A}"/>
                </a:ext>
              </a:extLst>
            </p:cNvPr>
            <p:cNvSpPr/>
            <p:nvPr/>
          </p:nvSpPr>
          <p:spPr>
            <a:xfrm>
              <a:off x="1525608" y="2979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512D870-799C-8F3E-02EC-89AEFF64EC80}"/>
                </a:ext>
              </a:extLst>
            </p:cNvPr>
            <p:cNvSpPr/>
            <p:nvPr/>
          </p:nvSpPr>
          <p:spPr>
            <a:xfrm rot="2700000">
              <a:off x="1660607" y="3114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7305750-88D9-3CCD-95C9-537F2AD339DF}"/>
              </a:ext>
            </a:extLst>
          </p:cNvPr>
          <p:cNvGrpSpPr/>
          <p:nvPr/>
        </p:nvGrpSpPr>
        <p:grpSpPr>
          <a:xfrm rot="16200000">
            <a:off x="1164342" y="3114000"/>
            <a:ext cx="404999" cy="405000"/>
            <a:chOff x="1525608" y="2979000"/>
            <a:chExt cx="404999" cy="405000"/>
          </a:xfrm>
        </p:grpSpPr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21999E9A-557C-D470-FEDE-3740FCE67792}"/>
                </a:ext>
              </a:extLst>
            </p:cNvPr>
            <p:cNvSpPr/>
            <p:nvPr/>
          </p:nvSpPr>
          <p:spPr>
            <a:xfrm>
              <a:off x="1525608" y="2979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C8F05AB3-C3CF-0A12-B62C-8E462592301F}"/>
                </a:ext>
              </a:extLst>
            </p:cNvPr>
            <p:cNvSpPr/>
            <p:nvPr/>
          </p:nvSpPr>
          <p:spPr>
            <a:xfrm rot="2700000">
              <a:off x="1660607" y="3114000"/>
              <a:ext cx="180000" cy="3600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BF5A7688-0B2E-2CC3-7ABC-10A77234705F}"/>
              </a:ext>
            </a:extLst>
          </p:cNvPr>
          <p:cNvSpPr/>
          <p:nvPr/>
        </p:nvSpPr>
        <p:spPr>
          <a:xfrm>
            <a:off x="1615608" y="3384000"/>
            <a:ext cx="900000" cy="9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299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43CB3-1A19-E01B-B1AF-65AAE5711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81992-90DF-E23B-14E4-D56DE37B754A}"/>
              </a:ext>
            </a:extLst>
          </p:cNvPr>
          <p:cNvSpPr/>
          <p:nvPr/>
        </p:nvSpPr>
        <p:spPr>
          <a:xfrm>
            <a:off x="1435608" y="2349000"/>
            <a:ext cx="216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0CC2587-A08E-5E02-75B9-EC6632AF5589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CBF63A-2D6D-B043-F4FD-A4A8F756D003}"/>
              </a:ext>
            </a:extLst>
          </p:cNvPr>
          <p:cNvSpPr/>
          <p:nvPr/>
        </p:nvSpPr>
        <p:spPr>
          <a:xfrm flipH="1" flipV="1">
            <a:off x="215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360000 w 1440000"/>
              <a:gd name="connsiteY1" fmla="*/ 1440000 h 2160000"/>
              <a:gd name="connsiteX2" fmla="*/ 720000 w 1440000"/>
              <a:gd name="connsiteY2" fmla="*/ 1800000 h 2160000"/>
              <a:gd name="connsiteX3" fmla="*/ 1440000 w 1440000"/>
              <a:gd name="connsiteY3" fmla="*/ 1800000 h 2160000"/>
              <a:gd name="connsiteX4" fmla="*/ 1080000 w 1440000"/>
              <a:gd name="connsiteY4" fmla="*/ 2160000 h 2160000"/>
              <a:gd name="connsiteX5" fmla="*/ 360000 w 1440000"/>
              <a:gd name="connsiteY5" fmla="*/ 2160000 h 2160000"/>
              <a:gd name="connsiteX6" fmla="*/ 0 w 1440000"/>
              <a:gd name="connsiteY6" fmla="*/ 1800000 h 2160000"/>
              <a:gd name="connsiteX7" fmla="*/ 0 w 1440000"/>
              <a:gd name="connsiteY7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360000" y="1440000"/>
                </a:lnTo>
                <a:lnTo>
                  <a:pt x="720000" y="1800000"/>
                </a:lnTo>
                <a:lnTo>
                  <a:pt x="1440000" y="1800000"/>
                </a:lnTo>
                <a:lnTo>
                  <a:pt x="1080000" y="2160000"/>
                </a:lnTo>
                <a:lnTo>
                  <a:pt x="360000" y="2160000"/>
                </a:lnTo>
                <a:lnTo>
                  <a:pt x="0" y="180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19B711A-9148-FE16-9111-8274F6174C34}"/>
              </a:ext>
            </a:extLst>
          </p:cNvPr>
          <p:cNvSpPr/>
          <p:nvPr/>
        </p:nvSpPr>
        <p:spPr>
          <a:xfrm>
            <a:off x="1975608" y="2889000"/>
            <a:ext cx="1080000" cy="1080000"/>
          </a:xfrm>
          <a:custGeom>
            <a:avLst/>
            <a:gdLst>
              <a:gd name="connsiteX0" fmla="*/ 354744 w 1080000"/>
              <a:gd name="connsiteY0" fmla="*/ 360000 h 1080000"/>
              <a:gd name="connsiteX1" fmla="*/ 354744 w 1080000"/>
              <a:gd name="connsiteY1" fmla="*/ 720000 h 1080000"/>
              <a:gd name="connsiteX2" fmla="*/ 714744 w 1080000"/>
              <a:gd name="connsiteY2" fmla="*/ 720000 h 1080000"/>
              <a:gd name="connsiteX3" fmla="*/ 714744 w 1080000"/>
              <a:gd name="connsiteY3" fmla="*/ 360000 h 1080000"/>
              <a:gd name="connsiteX4" fmla="*/ 0 w 1080000"/>
              <a:gd name="connsiteY4" fmla="*/ 0 h 1080000"/>
              <a:gd name="connsiteX5" fmla="*/ 720000 w 1080000"/>
              <a:gd name="connsiteY5" fmla="*/ 0 h 1080000"/>
              <a:gd name="connsiteX6" fmla="*/ 1080000 w 1080000"/>
              <a:gd name="connsiteY6" fmla="*/ 360000 h 1080000"/>
              <a:gd name="connsiteX7" fmla="*/ 1080000 w 1080000"/>
              <a:gd name="connsiteY7" fmla="*/ 1080000 h 1080000"/>
              <a:gd name="connsiteX8" fmla="*/ 360000 w 1080000"/>
              <a:gd name="connsiteY8" fmla="*/ 1080000 h 1080000"/>
              <a:gd name="connsiteX9" fmla="*/ 0 w 1080000"/>
              <a:gd name="connsiteY9" fmla="*/ 72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0000" h="1080000">
                <a:moveTo>
                  <a:pt x="354744" y="360000"/>
                </a:moveTo>
                <a:lnTo>
                  <a:pt x="354744" y="720000"/>
                </a:lnTo>
                <a:lnTo>
                  <a:pt x="714744" y="720000"/>
                </a:lnTo>
                <a:lnTo>
                  <a:pt x="714744" y="360000"/>
                </a:lnTo>
                <a:close/>
                <a:moveTo>
                  <a:pt x="0" y="0"/>
                </a:moveTo>
                <a:lnTo>
                  <a:pt x="720000" y="0"/>
                </a:lnTo>
                <a:lnTo>
                  <a:pt x="1080000" y="360000"/>
                </a:lnTo>
                <a:lnTo>
                  <a:pt x="1080000" y="1080000"/>
                </a:lnTo>
                <a:lnTo>
                  <a:pt x="360000" y="1080000"/>
                </a:lnTo>
                <a:lnTo>
                  <a:pt x="0" y="72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F15F41F-9580-7548-0ABA-23C3D1EC5EFB}"/>
              </a:ext>
            </a:extLst>
          </p:cNvPr>
          <p:cNvSpPr/>
          <p:nvPr/>
        </p:nvSpPr>
        <p:spPr>
          <a:xfrm>
            <a:off x="1165608" y="2979000"/>
            <a:ext cx="1350000" cy="900000"/>
          </a:xfrm>
          <a:custGeom>
            <a:avLst/>
            <a:gdLst>
              <a:gd name="connsiteX0" fmla="*/ 450000 w 1350000"/>
              <a:gd name="connsiteY0" fmla="*/ 0 h 900000"/>
              <a:gd name="connsiteX1" fmla="*/ 525019 w 1350000"/>
              <a:gd name="connsiteY1" fmla="*/ 300076 h 900000"/>
              <a:gd name="connsiteX2" fmla="*/ 712278 w 1350000"/>
              <a:gd name="connsiteY2" fmla="*/ 187721 h 900000"/>
              <a:gd name="connsiteX3" fmla="*/ 581911 w 1350000"/>
              <a:gd name="connsiteY3" fmla="*/ 405000 h 900000"/>
              <a:gd name="connsiteX4" fmla="*/ 1350000 w 1350000"/>
              <a:gd name="connsiteY4" fmla="*/ 405000 h 900000"/>
              <a:gd name="connsiteX5" fmla="*/ 1350000 w 1350000"/>
              <a:gd name="connsiteY5" fmla="*/ 495000 h 900000"/>
              <a:gd name="connsiteX6" fmla="*/ 586140 w 1350000"/>
              <a:gd name="connsiteY6" fmla="*/ 495000 h 900000"/>
              <a:gd name="connsiteX7" fmla="*/ 716507 w 1350000"/>
              <a:gd name="connsiteY7" fmla="*/ 712279 h 900000"/>
              <a:gd name="connsiteX8" fmla="*/ 525571 w 1350000"/>
              <a:gd name="connsiteY8" fmla="*/ 597718 h 900000"/>
              <a:gd name="connsiteX9" fmla="*/ 450000 w 1350000"/>
              <a:gd name="connsiteY9" fmla="*/ 900000 h 900000"/>
              <a:gd name="connsiteX10" fmla="*/ 374981 w 1350000"/>
              <a:gd name="connsiteY10" fmla="*/ 599924 h 900000"/>
              <a:gd name="connsiteX11" fmla="*/ 187722 w 1350000"/>
              <a:gd name="connsiteY11" fmla="*/ 712279 h 900000"/>
              <a:gd name="connsiteX12" fmla="*/ 300078 w 1350000"/>
              <a:gd name="connsiteY12" fmla="*/ 525020 h 900000"/>
              <a:gd name="connsiteX13" fmla="*/ 0 w 1350000"/>
              <a:gd name="connsiteY13" fmla="*/ 450000 h 900000"/>
              <a:gd name="connsiteX14" fmla="*/ 298975 w 1350000"/>
              <a:gd name="connsiteY14" fmla="*/ 375256 h 900000"/>
              <a:gd name="connsiteX15" fmla="*/ 186455 w 1350000"/>
              <a:gd name="connsiteY15" fmla="*/ 187722 h 900000"/>
              <a:gd name="connsiteX16" fmla="*/ 374815 w 1350000"/>
              <a:gd name="connsiteY16" fmla="*/ 300738 h 9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50000" h="900000">
                <a:moveTo>
                  <a:pt x="450000" y="0"/>
                </a:moveTo>
                <a:lnTo>
                  <a:pt x="525019" y="300076"/>
                </a:lnTo>
                <a:lnTo>
                  <a:pt x="712278" y="187721"/>
                </a:lnTo>
                <a:lnTo>
                  <a:pt x="581911" y="405000"/>
                </a:lnTo>
                <a:lnTo>
                  <a:pt x="1350000" y="405000"/>
                </a:lnTo>
                <a:lnTo>
                  <a:pt x="1350000" y="495000"/>
                </a:lnTo>
                <a:lnTo>
                  <a:pt x="586140" y="495000"/>
                </a:lnTo>
                <a:lnTo>
                  <a:pt x="716507" y="712279"/>
                </a:lnTo>
                <a:lnTo>
                  <a:pt x="525571" y="597718"/>
                </a:lnTo>
                <a:lnTo>
                  <a:pt x="450000" y="900000"/>
                </a:lnTo>
                <a:lnTo>
                  <a:pt x="374981" y="599924"/>
                </a:lnTo>
                <a:lnTo>
                  <a:pt x="187722" y="712279"/>
                </a:lnTo>
                <a:lnTo>
                  <a:pt x="300078" y="525020"/>
                </a:lnTo>
                <a:lnTo>
                  <a:pt x="0" y="450000"/>
                </a:lnTo>
                <a:lnTo>
                  <a:pt x="298975" y="375256"/>
                </a:lnTo>
                <a:lnTo>
                  <a:pt x="186455" y="187722"/>
                </a:lnTo>
                <a:lnTo>
                  <a:pt x="374815" y="30073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AC26EB5-F051-C1AD-F8E8-CF2A41332CC6}"/>
              </a:ext>
            </a:extLst>
          </p:cNvPr>
          <p:cNvSpPr/>
          <p:nvPr/>
        </p:nvSpPr>
        <p:spPr>
          <a:xfrm rot="5400000">
            <a:off x="2515608" y="3384000"/>
            <a:ext cx="90000" cy="90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8588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2C99B-3223-6CEE-C1F3-999A3EBCB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EBBE73-E035-D225-218A-FB7482FB8188}"/>
              </a:ext>
            </a:extLst>
          </p:cNvPr>
          <p:cNvSpPr/>
          <p:nvPr/>
        </p:nvSpPr>
        <p:spPr>
          <a:xfrm>
            <a:off x="1075608" y="1989000"/>
            <a:ext cx="2880000" cy="28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13DA2D-F06D-E2A5-E4F7-AEC1832B7923}"/>
              </a:ext>
            </a:extLst>
          </p:cNvPr>
          <p:cNvGrpSpPr/>
          <p:nvPr/>
        </p:nvGrpSpPr>
        <p:grpSpPr>
          <a:xfrm>
            <a:off x="1165608" y="2349000"/>
            <a:ext cx="2430000" cy="2160000"/>
            <a:chOff x="1165608" y="2349000"/>
            <a:chExt cx="2430000" cy="2160000"/>
          </a:xfrm>
          <a:gradFill>
            <a:gsLst>
              <a:gs pos="84418">
                <a:srgbClr val="0000FF"/>
              </a:gs>
              <a:gs pos="70656">
                <a:srgbClr val="00FFFF"/>
              </a:gs>
              <a:gs pos="53200">
                <a:srgbClr val="00FF00"/>
              </a:gs>
              <a:gs pos="29000">
                <a:srgbClr val="FFFF00"/>
              </a:gs>
              <a:gs pos="0">
                <a:srgbClr val="FF0000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E2B24EE3-9981-9EA5-9104-23C16F58C441}"/>
                </a:ext>
              </a:extLst>
            </p:cNvPr>
            <p:cNvSpPr/>
            <p:nvPr/>
          </p:nvSpPr>
          <p:spPr>
            <a:xfrm>
              <a:off x="1435608" y="2349000"/>
              <a:ext cx="1440000" cy="2160000"/>
            </a:xfrm>
            <a:custGeom>
              <a:avLst/>
              <a:gdLst>
                <a:gd name="connsiteX0" fmla="*/ 360000 w 1440000"/>
                <a:gd name="connsiteY0" fmla="*/ 0 h 2160000"/>
                <a:gd name="connsiteX1" fmla="*/ 360000 w 1440000"/>
                <a:gd name="connsiteY1" fmla="*/ 1440000 h 2160000"/>
                <a:gd name="connsiteX2" fmla="*/ 720000 w 1440000"/>
                <a:gd name="connsiteY2" fmla="*/ 1800000 h 2160000"/>
                <a:gd name="connsiteX3" fmla="*/ 1440000 w 1440000"/>
                <a:gd name="connsiteY3" fmla="*/ 1800000 h 2160000"/>
                <a:gd name="connsiteX4" fmla="*/ 1080000 w 1440000"/>
                <a:gd name="connsiteY4" fmla="*/ 2160000 h 2160000"/>
                <a:gd name="connsiteX5" fmla="*/ 360000 w 1440000"/>
                <a:gd name="connsiteY5" fmla="*/ 2160000 h 2160000"/>
                <a:gd name="connsiteX6" fmla="*/ 0 w 1440000"/>
                <a:gd name="connsiteY6" fmla="*/ 1800000 h 2160000"/>
                <a:gd name="connsiteX7" fmla="*/ 0 w 1440000"/>
                <a:gd name="connsiteY7" fmla="*/ 360000 h 21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0000" h="2160000">
                  <a:moveTo>
                    <a:pt x="360000" y="0"/>
                  </a:moveTo>
                  <a:lnTo>
                    <a:pt x="360000" y="1440000"/>
                  </a:lnTo>
                  <a:lnTo>
                    <a:pt x="720000" y="1800000"/>
                  </a:lnTo>
                  <a:lnTo>
                    <a:pt x="1440000" y="1800000"/>
                  </a:lnTo>
                  <a:lnTo>
                    <a:pt x="1080000" y="2160000"/>
                  </a:lnTo>
                  <a:lnTo>
                    <a:pt x="360000" y="2160000"/>
                  </a:lnTo>
                  <a:lnTo>
                    <a:pt x="0" y="1800000"/>
                  </a:lnTo>
                  <a:lnTo>
                    <a:pt x="0" y="36000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956550-C695-5FD3-8A04-87D83E33CD53}"/>
                </a:ext>
              </a:extLst>
            </p:cNvPr>
            <p:cNvSpPr/>
            <p:nvPr/>
          </p:nvSpPr>
          <p:spPr>
            <a:xfrm flipH="1" flipV="1">
              <a:off x="2155608" y="2349000"/>
              <a:ext cx="1440000" cy="2160000"/>
            </a:xfrm>
            <a:custGeom>
              <a:avLst/>
              <a:gdLst>
                <a:gd name="connsiteX0" fmla="*/ 360000 w 1440000"/>
                <a:gd name="connsiteY0" fmla="*/ 0 h 2160000"/>
                <a:gd name="connsiteX1" fmla="*/ 360000 w 1440000"/>
                <a:gd name="connsiteY1" fmla="*/ 1440000 h 2160000"/>
                <a:gd name="connsiteX2" fmla="*/ 720000 w 1440000"/>
                <a:gd name="connsiteY2" fmla="*/ 1800000 h 2160000"/>
                <a:gd name="connsiteX3" fmla="*/ 1440000 w 1440000"/>
                <a:gd name="connsiteY3" fmla="*/ 1800000 h 2160000"/>
                <a:gd name="connsiteX4" fmla="*/ 1080000 w 1440000"/>
                <a:gd name="connsiteY4" fmla="*/ 2160000 h 2160000"/>
                <a:gd name="connsiteX5" fmla="*/ 360000 w 1440000"/>
                <a:gd name="connsiteY5" fmla="*/ 2160000 h 2160000"/>
                <a:gd name="connsiteX6" fmla="*/ 0 w 1440000"/>
                <a:gd name="connsiteY6" fmla="*/ 1800000 h 2160000"/>
                <a:gd name="connsiteX7" fmla="*/ 0 w 1440000"/>
                <a:gd name="connsiteY7" fmla="*/ 360000 h 21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0000" h="2160000">
                  <a:moveTo>
                    <a:pt x="360000" y="0"/>
                  </a:moveTo>
                  <a:lnTo>
                    <a:pt x="360000" y="1440000"/>
                  </a:lnTo>
                  <a:lnTo>
                    <a:pt x="720000" y="1800000"/>
                  </a:lnTo>
                  <a:lnTo>
                    <a:pt x="1440000" y="1800000"/>
                  </a:lnTo>
                  <a:lnTo>
                    <a:pt x="1080000" y="2160000"/>
                  </a:lnTo>
                  <a:lnTo>
                    <a:pt x="360000" y="2160000"/>
                  </a:lnTo>
                  <a:lnTo>
                    <a:pt x="0" y="1800000"/>
                  </a:lnTo>
                  <a:lnTo>
                    <a:pt x="0" y="36000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E7DE1F8-FAE6-6C1F-8864-87B36FAB69DE}"/>
                </a:ext>
              </a:extLst>
            </p:cNvPr>
            <p:cNvSpPr/>
            <p:nvPr/>
          </p:nvSpPr>
          <p:spPr>
            <a:xfrm>
              <a:off x="1975608" y="2889000"/>
              <a:ext cx="1080000" cy="1080000"/>
            </a:xfrm>
            <a:custGeom>
              <a:avLst/>
              <a:gdLst>
                <a:gd name="connsiteX0" fmla="*/ 354744 w 1080000"/>
                <a:gd name="connsiteY0" fmla="*/ 360000 h 1080000"/>
                <a:gd name="connsiteX1" fmla="*/ 354744 w 1080000"/>
                <a:gd name="connsiteY1" fmla="*/ 720000 h 1080000"/>
                <a:gd name="connsiteX2" fmla="*/ 714744 w 1080000"/>
                <a:gd name="connsiteY2" fmla="*/ 720000 h 1080000"/>
                <a:gd name="connsiteX3" fmla="*/ 714744 w 1080000"/>
                <a:gd name="connsiteY3" fmla="*/ 360000 h 1080000"/>
                <a:gd name="connsiteX4" fmla="*/ 0 w 1080000"/>
                <a:gd name="connsiteY4" fmla="*/ 0 h 1080000"/>
                <a:gd name="connsiteX5" fmla="*/ 720000 w 1080000"/>
                <a:gd name="connsiteY5" fmla="*/ 0 h 1080000"/>
                <a:gd name="connsiteX6" fmla="*/ 1080000 w 1080000"/>
                <a:gd name="connsiteY6" fmla="*/ 360000 h 1080000"/>
                <a:gd name="connsiteX7" fmla="*/ 1080000 w 1080000"/>
                <a:gd name="connsiteY7" fmla="*/ 1080000 h 1080000"/>
                <a:gd name="connsiteX8" fmla="*/ 360000 w 1080000"/>
                <a:gd name="connsiteY8" fmla="*/ 1080000 h 1080000"/>
                <a:gd name="connsiteX9" fmla="*/ 0 w 1080000"/>
                <a:gd name="connsiteY9" fmla="*/ 72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0000" h="1080000">
                  <a:moveTo>
                    <a:pt x="354744" y="360000"/>
                  </a:moveTo>
                  <a:lnTo>
                    <a:pt x="354744" y="720000"/>
                  </a:lnTo>
                  <a:lnTo>
                    <a:pt x="714744" y="720000"/>
                  </a:lnTo>
                  <a:lnTo>
                    <a:pt x="714744" y="360000"/>
                  </a:lnTo>
                  <a:close/>
                  <a:moveTo>
                    <a:pt x="0" y="0"/>
                  </a:moveTo>
                  <a:lnTo>
                    <a:pt x="720000" y="0"/>
                  </a:lnTo>
                  <a:lnTo>
                    <a:pt x="1080000" y="360000"/>
                  </a:lnTo>
                  <a:lnTo>
                    <a:pt x="1080000" y="1080000"/>
                  </a:lnTo>
                  <a:lnTo>
                    <a:pt x="360000" y="1080000"/>
                  </a:lnTo>
                  <a:lnTo>
                    <a:pt x="0" y="72000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FCB20489-0516-3CBE-0AB7-1A04577F6801}"/>
                </a:ext>
              </a:extLst>
            </p:cNvPr>
            <p:cNvSpPr/>
            <p:nvPr/>
          </p:nvSpPr>
          <p:spPr>
            <a:xfrm>
              <a:off x="1165608" y="2979000"/>
              <a:ext cx="1350000" cy="900000"/>
            </a:xfrm>
            <a:custGeom>
              <a:avLst/>
              <a:gdLst>
                <a:gd name="connsiteX0" fmla="*/ 450000 w 1350000"/>
                <a:gd name="connsiteY0" fmla="*/ 0 h 900000"/>
                <a:gd name="connsiteX1" fmla="*/ 525019 w 1350000"/>
                <a:gd name="connsiteY1" fmla="*/ 300076 h 900000"/>
                <a:gd name="connsiteX2" fmla="*/ 712278 w 1350000"/>
                <a:gd name="connsiteY2" fmla="*/ 187721 h 900000"/>
                <a:gd name="connsiteX3" fmla="*/ 581911 w 1350000"/>
                <a:gd name="connsiteY3" fmla="*/ 405000 h 900000"/>
                <a:gd name="connsiteX4" fmla="*/ 1350000 w 1350000"/>
                <a:gd name="connsiteY4" fmla="*/ 405000 h 900000"/>
                <a:gd name="connsiteX5" fmla="*/ 1350000 w 1350000"/>
                <a:gd name="connsiteY5" fmla="*/ 495000 h 900000"/>
                <a:gd name="connsiteX6" fmla="*/ 586140 w 1350000"/>
                <a:gd name="connsiteY6" fmla="*/ 495000 h 900000"/>
                <a:gd name="connsiteX7" fmla="*/ 716507 w 1350000"/>
                <a:gd name="connsiteY7" fmla="*/ 712279 h 900000"/>
                <a:gd name="connsiteX8" fmla="*/ 525571 w 1350000"/>
                <a:gd name="connsiteY8" fmla="*/ 597718 h 900000"/>
                <a:gd name="connsiteX9" fmla="*/ 450000 w 1350000"/>
                <a:gd name="connsiteY9" fmla="*/ 900000 h 900000"/>
                <a:gd name="connsiteX10" fmla="*/ 374981 w 1350000"/>
                <a:gd name="connsiteY10" fmla="*/ 599924 h 900000"/>
                <a:gd name="connsiteX11" fmla="*/ 187722 w 1350000"/>
                <a:gd name="connsiteY11" fmla="*/ 712279 h 900000"/>
                <a:gd name="connsiteX12" fmla="*/ 300078 w 1350000"/>
                <a:gd name="connsiteY12" fmla="*/ 525020 h 900000"/>
                <a:gd name="connsiteX13" fmla="*/ 0 w 1350000"/>
                <a:gd name="connsiteY13" fmla="*/ 450000 h 900000"/>
                <a:gd name="connsiteX14" fmla="*/ 298975 w 1350000"/>
                <a:gd name="connsiteY14" fmla="*/ 375256 h 900000"/>
                <a:gd name="connsiteX15" fmla="*/ 186455 w 1350000"/>
                <a:gd name="connsiteY15" fmla="*/ 187722 h 900000"/>
                <a:gd name="connsiteX16" fmla="*/ 374815 w 1350000"/>
                <a:gd name="connsiteY16" fmla="*/ 300738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0000" h="900000">
                  <a:moveTo>
                    <a:pt x="450000" y="0"/>
                  </a:moveTo>
                  <a:lnTo>
                    <a:pt x="525019" y="300076"/>
                  </a:lnTo>
                  <a:lnTo>
                    <a:pt x="712278" y="187721"/>
                  </a:lnTo>
                  <a:lnTo>
                    <a:pt x="581911" y="405000"/>
                  </a:lnTo>
                  <a:lnTo>
                    <a:pt x="1350000" y="405000"/>
                  </a:lnTo>
                  <a:lnTo>
                    <a:pt x="1350000" y="495000"/>
                  </a:lnTo>
                  <a:lnTo>
                    <a:pt x="586140" y="495000"/>
                  </a:lnTo>
                  <a:lnTo>
                    <a:pt x="716507" y="712279"/>
                  </a:lnTo>
                  <a:lnTo>
                    <a:pt x="525571" y="597718"/>
                  </a:lnTo>
                  <a:lnTo>
                    <a:pt x="450000" y="900000"/>
                  </a:lnTo>
                  <a:lnTo>
                    <a:pt x="374981" y="599924"/>
                  </a:lnTo>
                  <a:lnTo>
                    <a:pt x="187722" y="712279"/>
                  </a:lnTo>
                  <a:lnTo>
                    <a:pt x="300078" y="525020"/>
                  </a:lnTo>
                  <a:lnTo>
                    <a:pt x="0" y="450000"/>
                  </a:lnTo>
                  <a:lnTo>
                    <a:pt x="298975" y="375256"/>
                  </a:lnTo>
                  <a:lnTo>
                    <a:pt x="186455" y="187722"/>
                  </a:lnTo>
                  <a:lnTo>
                    <a:pt x="374815" y="300738"/>
                  </a:lnTo>
                  <a:close/>
                </a:path>
              </a:pathLst>
            </a:custGeom>
            <a:grp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A31B603-1B97-703A-F555-754F82CB116D}"/>
                </a:ext>
              </a:extLst>
            </p:cNvPr>
            <p:cNvSpPr/>
            <p:nvPr/>
          </p:nvSpPr>
          <p:spPr>
            <a:xfrm>
              <a:off x="1165608" y="2979000"/>
              <a:ext cx="1440000" cy="900000"/>
            </a:xfrm>
            <a:custGeom>
              <a:avLst/>
              <a:gdLst>
                <a:gd name="connsiteX0" fmla="*/ 450000 w 1440000"/>
                <a:gd name="connsiteY0" fmla="*/ 0 h 900000"/>
                <a:gd name="connsiteX1" fmla="*/ 525019 w 1440000"/>
                <a:gd name="connsiteY1" fmla="*/ 300076 h 900000"/>
                <a:gd name="connsiteX2" fmla="*/ 712278 w 1440000"/>
                <a:gd name="connsiteY2" fmla="*/ 187721 h 900000"/>
                <a:gd name="connsiteX3" fmla="*/ 581911 w 1440000"/>
                <a:gd name="connsiteY3" fmla="*/ 405000 h 900000"/>
                <a:gd name="connsiteX4" fmla="*/ 1350000 w 1440000"/>
                <a:gd name="connsiteY4" fmla="*/ 405000 h 900000"/>
                <a:gd name="connsiteX5" fmla="*/ 1440000 w 1440000"/>
                <a:gd name="connsiteY5" fmla="*/ 450000 h 900000"/>
                <a:gd name="connsiteX6" fmla="*/ 1350000 w 1440000"/>
                <a:gd name="connsiteY6" fmla="*/ 495000 h 900000"/>
                <a:gd name="connsiteX7" fmla="*/ 586140 w 1440000"/>
                <a:gd name="connsiteY7" fmla="*/ 495000 h 900000"/>
                <a:gd name="connsiteX8" fmla="*/ 716507 w 1440000"/>
                <a:gd name="connsiteY8" fmla="*/ 712279 h 900000"/>
                <a:gd name="connsiteX9" fmla="*/ 525571 w 1440000"/>
                <a:gd name="connsiteY9" fmla="*/ 597718 h 900000"/>
                <a:gd name="connsiteX10" fmla="*/ 450000 w 1440000"/>
                <a:gd name="connsiteY10" fmla="*/ 900000 h 900000"/>
                <a:gd name="connsiteX11" fmla="*/ 374981 w 1440000"/>
                <a:gd name="connsiteY11" fmla="*/ 599924 h 900000"/>
                <a:gd name="connsiteX12" fmla="*/ 187722 w 1440000"/>
                <a:gd name="connsiteY12" fmla="*/ 712279 h 900000"/>
                <a:gd name="connsiteX13" fmla="*/ 300078 w 1440000"/>
                <a:gd name="connsiteY13" fmla="*/ 525020 h 900000"/>
                <a:gd name="connsiteX14" fmla="*/ 0 w 1440000"/>
                <a:gd name="connsiteY14" fmla="*/ 450000 h 900000"/>
                <a:gd name="connsiteX15" fmla="*/ 298975 w 1440000"/>
                <a:gd name="connsiteY15" fmla="*/ 375256 h 900000"/>
                <a:gd name="connsiteX16" fmla="*/ 186455 w 1440000"/>
                <a:gd name="connsiteY16" fmla="*/ 187722 h 900000"/>
                <a:gd name="connsiteX17" fmla="*/ 374815 w 1440000"/>
                <a:gd name="connsiteY17" fmla="*/ 300738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40000" h="900000">
                  <a:moveTo>
                    <a:pt x="450000" y="0"/>
                  </a:moveTo>
                  <a:lnTo>
                    <a:pt x="525019" y="300076"/>
                  </a:lnTo>
                  <a:lnTo>
                    <a:pt x="712278" y="187721"/>
                  </a:lnTo>
                  <a:lnTo>
                    <a:pt x="581911" y="405000"/>
                  </a:lnTo>
                  <a:lnTo>
                    <a:pt x="1350000" y="405000"/>
                  </a:lnTo>
                  <a:lnTo>
                    <a:pt x="1440000" y="450000"/>
                  </a:lnTo>
                  <a:lnTo>
                    <a:pt x="1350000" y="495000"/>
                  </a:lnTo>
                  <a:lnTo>
                    <a:pt x="586140" y="495000"/>
                  </a:lnTo>
                  <a:lnTo>
                    <a:pt x="716507" y="712279"/>
                  </a:lnTo>
                  <a:lnTo>
                    <a:pt x="525571" y="597718"/>
                  </a:lnTo>
                  <a:lnTo>
                    <a:pt x="450000" y="900000"/>
                  </a:lnTo>
                  <a:lnTo>
                    <a:pt x="374981" y="599924"/>
                  </a:lnTo>
                  <a:lnTo>
                    <a:pt x="187722" y="712279"/>
                  </a:lnTo>
                  <a:lnTo>
                    <a:pt x="300078" y="525020"/>
                  </a:lnTo>
                  <a:lnTo>
                    <a:pt x="0" y="450000"/>
                  </a:lnTo>
                  <a:lnTo>
                    <a:pt x="298975" y="375256"/>
                  </a:lnTo>
                  <a:lnTo>
                    <a:pt x="186455" y="187722"/>
                  </a:lnTo>
                  <a:lnTo>
                    <a:pt x="374815" y="300738"/>
                  </a:ln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3292981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26262-F1E9-A2C8-EE12-8093CD9B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B1E4DC-7033-2EB6-9E0C-DF22EE975CAB}"/>
              </a:ext>
            </a:extLst>
          </p:cNvPr>
          <p:cNvSpPr/>
          <p:nvPr/>
        </p:nvSpPr>
        <p:spPr>
          <a:xfrm>
            <a:off x="1075608" y="1989000"/>
            <a:ext cx="2880000" cy="28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8E62F2-D619-D925-83EF-20360B917970}"/>
              </a:ext>
            </a:extLst>
          </p:cNvPr>
          <p:cNvGrpSpPr/>
          <p:nvPr/>
        </p:nvGrpSpPr>
        <p:grpSpPr>
          <a:xfrm>
            <a:off x="1165608" y="2349000"/>
            <a:ext cx="2430000" cy="2160000"/>
            <a:chOff x="1165608" y="2349000"/>
            <a:chExt cx="2430000" cy="2160000"/>
          </a:xfrm>
          <a:solidFill>
            <a:srgbClr val="FF0000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D414C434-8949-B130-106C-B5970121B761}"/>
                </a:ext>
              </a:extLst>
            </p:cNvPr>
            <p:cNvSpPr/>
            <p:nvPr/>
          </p:nvSpPr>
          <p:spPr>
            <a:xfrm>
              <a:off x="1435608" y="2349000"/>
              <a:ext cx="1440000" cy="2160000"/>
            </a:xfrm>
            <a:custGeom>
              <a:avLst/>
              <a:gdLst>
                <a:gd name="connsiteX0" fmla="*/ 360000 w 1440000"/>
                <a:gd name="connsiteY0" fmla="*/ 0 h 2160000"/>
                <a:gd name="connsiteX1" fmla="*/ 360000 w 1440000"/>
                <a:gd name="connsiteY1" fmla="*/ 1440000 h 2160000"/>
                <a:gd name="connsiteX2" fmla="*/ 720000 w 1440000"/>
                <a:gd name="connsiteY2" fmla="*/ 1800000 h 2160000"/>
                <a:gd name="connsiteX3" fmla="*/ 1440000 w 1440000"/>
                <a:gd name="connsiteY3" fmla="*/ 1800000 h 2160000"/>
                <a:gd name="connsiteX4" fmla="*/ 1080000 w 1440000"/>
                <a:gd name="connsiteY4" fmla="*/ 2160000 h 2160000"/>
                <a:gd name="connsiteX5" fmla="*/ 360000 w 1440000"/>
                <a:gd name="connsiteY5" fmla="*/ 2160000 h 2160000"/>
                <a:gd name="connsiteX6" fmla="*/ 0 w 1440000"/>
                <a:gd name="connsiteY6" fmla="*/ 1800000 h 2160000"/>
                <a:gd name="connsiteX7" fmla="*/ 0 w 1440000"/>
                <a:gd name="connsiteY7" fmla="*/ 360000 h 21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0000" h="2160000">
                  <a:moveTo>
                    <a:pt x="360000" y="0"/>
                  </a:moveTo>
                  <a:lnTo>
                    <a:pt x="360000" y="1440000"/>
                  </a:lnTo>
                  <a:lnTo>
                    <a:pt x="720000" y="1800000"/>
                  </a:lnTo>
                  <a:lnTo>
                    <a:pt x="1440000" y="1800000"/>
                  </a:lnTo>
                  <a:lnTo>
                    <a:pt x="1080000" y="2160000"/>
                  </a:lnTo>
                  <a:lnTo>
                    <a:pt x="360000" y="2160000"/>
                  </a:lnTo>
                  <a:lnTo>
                    <a:pt x="0" y="1800000"/>
                  </a:lnTo>
                  <a:lnTo>
                    <a:pt x="0" y="36000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D962D8F-58F8-D83E-DE45-8EE1498EC683}"/>
                </a:ext>
              </a:extLst>
            </p:cNvPr>
            <p:cNvSpPr/>
            <p:nvPr/>
          </p:nvSpPr>
          <p:spPr>
            <a:xfrm flipH="1" flipV="1">
              <a:off x="2155608" y="2349000"/>
              <a:ext cx="1440000" cy="2160000"/>
            </a:xfrm>
            <a:custGeom>
              <a:avLst/>
              <a:gdLst>
                <a:gd name="connsiteX0" fmla="*/ 360000 w 1440000"/>
                <a:gd name="connsiteY0" fmla="*/ 0 h 2160000"/>
                <a:gd name="connsiteX1" fmla="*/ 360000 w 1440000"/>
                <a:gd name="connsiteY1" fmla="*/ 1440000 h 2160000"/>
                <a:gd name="connsiteX2" fmla="*/ 720000 w 1440000"/>
                <a:gd name="connsiteY2" fmla="*/ 1800000 h 2160000"/>
                <a:gd name="connsiteX3" fmla="*/ 1440000 w 1440000"/>
                <a:gd name="connsiteY3" fmla="*/ 1800000 h 2160000"/>
                <a:gd name="connsiteX4" fmla="*/ 1080000 w 1440000"/>
                <a:gd name="connsiteY4" fmla="*/ 2160000 h 2160000"/>
                <a:gd name="connsiteX5" fmla="*/ 360000 w 1440000"/>
                <a:gd name="connsiteY5" fmla="*/ 2160000 h 2160000"/>
                <a:gd name="connsiteX6" fmla="*/ 0 w 1440000"/>
                <a:gd name="connsiteY6" fmla="*/ 1800000 h 2160000"/>
                <a:gd name="connsiteX7" fmla="*/ 0 w 1440000"/>
                <a:gd name="connsiteY7" fmla="*/ 360000 h 21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0000" h="2160000">
                  <a:moveTo>
                    <a:pt x="360000" y="0"/>
                  </a:moveTo>
                  <a:lnTo>
                    <a:pt x="360000" y="1440000"/>
                  </a:lnTo>
                  <a:lnTo>
                    <a:pt x="720000" y="1800000"/>
                  </a:lnTo>
                  <a:lnTo>
                    <a:pt x="1440000" y="1800000"/>
                  </a:lnTo>
                  <a:lnTo>
                    <a:pt x="1080000" y="2160000"/>
                  </a:lnTo>
                  <a:lnTo>
                    <a:pt x="360000" y="2160000"/>
                  </a:lnTo>
                  <a:lnTo>
                    <a:pt x="0" y="1800000"/>
                  </a:lnTo>
                  <a:lnTo>
                    <a:pt x="0" y="36000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98FFD72-9992-DCE4-9AD8-1E04C7A7146E}"/>
                </a:ext>
              </a:extLst>
            </p:cNvPr>
            <p:cNvSpPr/>
            <p:nvPr/>
          </p:nvSpPr>
          <p:spPr>
            <a:xfrm>
              <a:off x="1975608" y="2889000"/>
              <a:ext cx="1080000" cy="1080000"/>
            </a:xfrm>
            <a:custGeom>
              <a:avLst/>
              <a:gdLst>
                <a:gd name="connsiteX0" fmla="*/ 354744 w 1080000"/>
                <a:gd name="connsiteY0" fmla="*/ 360000 h 1080000"/>
                <a:gd name="connsiteX1" fmla="*/ 354744 w 1080000"/>
                <a:gd name="connsiteY1" fmla="*/ 720000 h 1080000"/>
                <a:gd name="connsiteX2" fmla="*/ 714744 w 1080000"/>
                <a:gd name="connsiteY2" fmla="*/ 720000 h 1080000"/>
                <a:gd name="connsiteX3" fmla="*/ 714744 w 1080000"/>
                <a:gd name="connsiteY3" fmla="*/ 360000 h 1080000"/>
                <a:gd name="connsiteX4" fmla="*/ 0 w 1080000"/>
                <a:gd name="connsiteY4" fmla="*/ 0 h 1080000"/>
                <a:gd name="connsiteX5" fmla="*/ 720000 w 1080000"/>
                <a:gd name="connsiteY5" fmla="*/ 0 h 1080000"/>
                <a:gd name="connsiteX6" fmla="*/ 1080000 w 1080000"/>
                <a:gd name="connsiteY6" fmla="*/ 360000 h 1080000"/>
                <a:gd name="connsiteX7" fmla="*/ 1080000 w 1080000"/>
                <a:gd name="connsiteY7" fmla="*/ 1080000 h 1080000"/>
                <a:gd name="connsiteX8" fmla="*/ 360000 w 1080000"/>
                <a:gd name="connsiteY8" fmla="*/ 1080000 h 1080000"/>
                <a:gd name="connsiteX9" fmla="*/ 0 w 1080000"/>
                <a:gd name="connsiteY9" fmla="*/ 72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0000" h="1080000">
                  <a:moveTo>
                    <a:pt x="354744" y="360000"/>
                  </a:moveTo>
                  <a:lnTo>
                    <a:pt x="354744" y="720000"/>
                  </a:lnTo>
                  <a:lnTo>
                    <a:pt x="714744" y="720000"/>
                  </a:lnTo>
                  <a:lnTo>
                    <a:pt x="714744" y="360000"/>
                  </a:lnTo>
                  <a:close/>
                  <a:moveTo>
                    <a:pt x="0" y="0"/>
                  </a:moveTo>
                  <a:lnTo>
                    <a:pt x="720000" y="0"/>
                  </a:lnTo>
                  <a:lnTo>
                    <a:pt x="1080000" y="360000"/>
                  </a:lnTo>
                  <a:lnTo>
                    <a:pt x="1080000" y="1080000"/>
                  </a:lnTo>
                  <a:lnTo>
                    <a:pt x="360000" y="1080000"/>
                  </a:lnTo>
                  <a:lnTo>
                    <a:pt x="0" y="72000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 dirty="0"/>
            </a:p>
          </p:txBody>
        </p:sp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39AAB513-D10C-9523-4BB0-72DC0C6FCA41}"/>
                </a:ext>
              </a:extLst>
            </p:cNvPr>
            <p:cNvSpPr/>
            <p:nvPr/>
          </p:nvSpPr>
          <p:spPr>
            <a:xfrm>
              <a:off x="1165608" y="2979000"/>
              <a:ext cx="1350000" cy="900000"/>
            </a:xfrm>
            <a:custGeom>
              <a:avLst/>
              <a:gdLst>
                <a:gd name="connsiteX0" fmla="*/ 450000 w 1350000"/>
                <a:gd name="connsiteY0" fmla="*/ 0 h 900000"/>
                <a:gd name="connsiteX1" fmla="*/ 525019 w 1350000"/>
                <a:gd name="connsiteY1" fmla="*/ 300076 h 900000"/>
                <a:gd name="connsiteX2" fmla="*/ 712278 w 1350000"/>
                <a:gd name="connsiteY2" fmla="*/ 187721 h 900000"/>
                <a:gd name="connsiteX3" fmla="*/ 581911 w 1350000"/>
                <a:gd name="connsiteY3" fmla="*/ 405000 h 900000"/>
                <a:gd name="connsiteX4" fmla="*/ 1350000 w 1350000"/>
                <a:gd name="connsiteY4" fmla="*/ 405000 h 900000"/>
                <a:gd name="connsiteX5" fmla="*/ 1350000 w 1350000"/>
                <a:gd name="connsiteY5" fmla="*/ 495000 h 900000"/>
                <a:gd name="connsiteX6" fmla="*/ 586140 w 1350000"/>
                <a:gd name="connsiteY6" fmla="*/ 495000 h 900000"/>
                <a:gd name="connsiteX7" fmla="*/ 716507 w 1350000"/>
                <a:gd name="connsiteY7" fmla="*/ 712279 h 900000"/>
                <a:gd name="connsiteX8" fmla="*/ 525571 w 1350000"/>
                <a:gd name="connsiteY8" fmla="*/ 597718 h 900000"/>
                <a:gd name="connsiteX9" fmla="*/ 450000 w 1350000"/>
                <a:gd name="connsiteY9" fmla="*/ 900000 h 900000"/>
                <a:gd name="connsiteX10" fmla="*/ 374981 w 1350000"/>
                <a:gd name="connsiteY10" fmla="*/ 599924 h 900000"/>
                <a:gd name="connsiteX11" fmla="*/ 187722 w 1350000"/>
                <a:gd name="connsiteY11" fmla="*/ 712279 h 900000"/>
                <a:gd name="connsiteX12" fmla="*/ 300078 w 1350000"/>
                <a:gd name="connsiteY12" fmla="*/ 525020 h 900000"/>
                <a:gd name="connsiteX13" fmla="*/ 0 w 1350000"/>
                <a:gd name="connsiteY13" fmla="*/ 450000 h 900000"/>
                <a:gd name="connsiteX14" fmla="*/ 298975 w 1350000"/>
                <a:gd name="connsiteY14" fmla="*/ 375256 h 900000"/>
                <a:gd name="connsiteX15" fmla="*/ 186455 w 1350000"/>
                <a:gd name="connsiteY15" fmla="*/ 187722 h 900000"/>
                <a:gd name="connsiteX16" fmla="*/ 374815 w 1350000"/>
                <a:gd name="connsiteY16" fmla="*/ 300738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0000" h="900000">
                  <a:moveTo>
                    <a:pt x="450000" y="0"/>
                  </a:moveTo>
                  <a:lnTo>
                    <a:pt x="525019" y="300076"/>
                  </a:lnTo>
                  <a:lnTo>
                    <a:pt x="712278" y="187721"/>
                  </a:lnTo>
                  <a:lnTo>
                    <a:pt x="581911" y="405000"/>
                  </a:lnTo>
                  <a:lnTo>
                    <a:pt x="1350000" y="405000"/>
                  </a:lnTo>
                  <a:lnTo>
                    <a:pt x="1350000" y="495000"/>
                  </a:lnTo>
                  <a:lnTo>
                    <a:pt x="586140" y="495000"/>
                  </a:lnTo>
                  <a:lnTo>
                    <a:pt x="716507" y="712279"/>
                  </a:lnTo>
                  <a:lnTo>
                    <a:pt x="525571" y="597718"/>
                  </a:lnTo>
                  <a:lnTo>
                    <a:pt x="450000" y="900000"/>
                  </a:lnTo>
                  <a:lnTo>
                    <a:pt x="374981" y="599924"/>
                  </a:lnTo>
                  <a:lnTo>
                    <a:pt x="187722" y="712279"/>
                  </a:lnTo>
                  <a:lnTo>
                    <a:pt x="300078" y="525020"/>
                  </a:lnTo>
                  <a:lnTo>
                    <a:pt x="0" y="450000"/>
                  </a:lnTo>
                  <a:lnTo>
                    <a:pt x="298975" y="375256"/>
                  </a:lnTo>
                  <a:lnTo>
                    <a:pt x="186455" y="187722"/>
                  </a:lnTo>
                  <a:lnTo>
                    <a:pt x="374815" y="300738"/>
                  </a:lnTo>
                  <a:close/>
                </a:path>
              </a:pathLst>
            </a:custGeom>
            <a:grp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7BC1936-F59C-DDC7-A759-3EBD87D6C93A}"/>
                </a:ext>
              </a:extLst>
            </p:cNvPr>
            <p:cNvSpPr/>
            <p:nvPr/>
          </p:nvSpPr>
          <p:spPr>
            <a:xfrm>
              <a:off x="1165608" y="2979000"/>
              <a:ext cx="1440000" cy="900000"/>
            </a:xfrm>
            <a:custGeom>
              <a:avLst/>
              <a:gdLst>
                <a:gd name="connsiteX0" fmla="*/ 450000 w 1440000"/>
                <a:gd name="connsiteY0" fmla="*/ 0 h 900000"/>
                <a:gd name="connsiteX1" fmla="*/ 525019 w 1440000"/>
                <a:gd name="connsiteY1" fmla="*/ 300076 h 900000"/>
                <a:gd name="connsiteX2" fmla="*/ 712278 w 1440000"/>
                <a:gd name="connsiteY2" fmla="*/ 187721 h 900000"/>
                <a:gd name="connsiteX3" fmla="*/ 581911 w 1440000"/>
                <a:gd name="connsiteY3" fmla="*/ 405000 h 900000"/>
                <a:gd name="connsiteX4" fmla="*/ 1350000 w 1440000"/>
                <a:gd name="connsiteY4" fmla="*/ 405000 h 900000"/>
                <a:gd name="connsiteX5" fmla="*/ 1440000 w 1440000"/>
                <a:gd name="connsiteY5" fmla="*/ 450000 h 900000"/>
                <a:gd name="connsiteX6" fmla="*/ 1350000 w 1440000"/>
                <a:gd name="connsiteY6" fmla="*/ 495000 h 900000"/>
                <a:gd name="connsiteX7" fmla="*/ 586140 w 1440000"/>
                <a:gd name="connsiteY7" fmla="*/ 495000 h 900000"/>
                <a:gd name="connsiteX8" fmla="*/ 716507 w 1440000"/>
                <a:gd name="connsiteY8" fmla="*/ 712279 h 900000"/>
                <a:gd name="connsiteX9" fmla="*/ 525571 w 1440000"/>
                <a:gd name="connsiteY9" fmla="*/ 597718 h 900000"/>
                <a:gd name="connsiteX10" fmla="*/ 450000 w 1440000"/>
                <a:gd name="connsiteY10" fmla="*/ 900000 h 900000"/>
                <a:gd name="connsiteX11" fmla="*/ 374981 w 1440000"/>
                <a:gd name="connsiteY11" fmla="*/ 599924 h 900000"/>
                <a:gd name="connsiteX12" fmla="*/ 187722 w 1440000"/>
                <a:gd name="connsiteY12" fmla="*/ 712279 h 900000"/>
                <a:gd name="connsiteX13" fmla="*/ 300078 w 1440000"/>
                <a:gd name="connsiteY13" fmla="*/ 525020 h 900000"/>
                <a:gd name="connsiteX14" fmla="*/ 0 w 1440000"/>
                <a:gd name="connsiteY14" fmla="*/ 450000 h 900000"/>
                <a:gd name="connsiteX15" fmla="*/ 298975 w 1440000"/>
                <a:gd name="connsiteY15" fmla="*/ 375256 h 900000"/>
                <a:gd name="connsiteX16" fmla="*/ 186455 w 1440000"/>
                <a:gd name="connsiteY16" fmla="*/ 187722 h 900000"/>
                <a:gd name="connsiteX17" fmla="*/ 374815 w 1440000"/>
                <a:gd name="connsiteY17" fmla="*/ 300738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40000" h="900000">
                  <a:moveTo>
                    <a:pt x="450000" y="0"/>
                  </a:moveTo>
                  <a:lnTo>
                    <a:pt x="525019" y="300076"/>
                  </a:lnTo>
                  <a:lnTo>
                    <a:pt x="712278" y="187721"/>
                  </a:lnTo>
                  <a:lnTo>
                    <a:pt x="581911" y="405000"/>
                  </a:lnTo>
                  <a:lnTo>
                    <a:pt x="1350000" y="405000"/>
                  </a:lnTo>
                  <a:lnTo>
                    <a:pt x="1440000" y="450000"/>
                  </a:lnTo>
                  <a:lnTo>
                    <a:pt x="1350000" y="495000"/>
                  </a:lnTo>
                  <a:lnTo>
                    <a:pt x="586140" y="495000"/>
                  </a:lnTo>
                  <a:lnTo>
                    <a:pt x="716507" y="712279"/>
                  </a:lnTo>
                  <a:lnTo>
                    <a:pt x="525571" y="597718"/>
                  </a:lnTo>
                  <a:lnTo>
                    <a:pt x="450000" y="900000"/>
                  </a:lnTo>
                  <a:lnTo>
                    <a:pt x="374981" y="599924"/>
                  </a:lnTo>
                  <a:lnTo>
                    <a:pt x="187722" y="712279"/>
                  </a:lnTo>
                  <a:lnTo>
                    <a:pt x="300078" y="525020"/>
                  </a:lnTo>
                  <a:lnTo>
                    <a:pt x="0" y="450000"/>
                  </a:lnTo>
                  <a:lnTo>
                    <a:pt x="298975" y="375256"/>
                  </a:lnTo>
                  <a:lnTo>
                    <a:pt x="186455" y="187722"/>
                  </a:lnTo>
                  <a:lnTo>
                    <a:pt x="374815" y="300738"/>
                  </a:lnTo>
                  <a:close/>
                </a:path>
              </a:pathLst>
            </a:cu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2335989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6D07-E74D-7933-6DD9-C3350B88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7F9DA6-1186-D395-4B7E-650E77777A71}"/>
              </a:ext>
            </a:extLst>
          </p:cNvPr>
          <p:cNvSpPr/>
          <p:nvPr/>
        </p:nvSpPr>
        <p:spPr>
          <a:xfrm>
            <a:off x="1435608" y="2349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D901898D-4EBB-9C03-1A83-A0143012CA0A}"/>
              </a:ext>
            </a:extLst>
          </p:cNvPr>
          <p:cNvSpPr/>
          <p:nvPr/>
        </p:nvSpPr>
        <p:spPr>
          <a:xfrm>
            <a:off x="1435608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04681DC4-F763-0A36-266F-A3CCB4900595}"/>
              </a:ext>
            </a:extLst>
          </p:cNvPr>
          <p:cNvSpPr/>
          <p:nvPr/>
        </p:nvSpPr>
        <p:spPr>
          <a:xfrm flipH="1">
            <a:off x="2515608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DC9317A7-3063-C0BC-58A8-2A3A3EC7EAC8}"/>
              </a:ext>
            </a:extLst>
          </p:cNvPr>
          <p:cNvSpPr/>
          <p:nvPr/>
        </p:nvSpPr>
        <p:spPr>
          <a:xfrm flipV="1">
            <a:off x="1435608" y="23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4518D7-5C1D-C3B9-A4F4-ACC4515BDC8F}"/>
              </a:ext>
            </a:extLst>
          </p:cNvPr>
          <p:cNvSpPr/>
          <p:nvPr/>
        </p:nvSpPr>
        <p:spPr>
          <a:xfrm>
            <a:off x="1795608" y="2349000"/>
            <a:ext cx="1080000" cy="18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D82463D-9256-69ED-A83D-419EE2EDF639}"/>
              </a:ext>
            </a:extLst>
          </p:cNvPr>
          <p:cNvSpPr/>
          <p:nvPr/>
        </p:nvSpPr>
        <p:spPr>
          <a:xfrm>
            <a:off x="1795604" y="396900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0683A-F5D1-1C4C-7553-6A90DDE3A435}"/>
              </a:ext>
            </a:extLst>
          </p:cNvPr>
          <p:cNvSpPr/>
          <p:nvPr/>
        </p:nvSpPr>
        <p:spPr>
          <a:xfrm>
            <a:off x="2515608" y="2349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3A66294A-EED0-8C35-B54C-238318E306FF}"/>
              </a:ext>
            </a:extLst>
          </p:cNvPr>
          <p:cNvSpPr/>
          <p:nvPr/>
        </p:nvSpPr>
        <p:spPr>
          <a:xfrm flipH="1">
            <a:off x="2515608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73CFD48B-4992-7F13-79AE-313A6B15303C}"/>
              </a:ext>
            </a:extLst>
          </p:cNvPr>
          <p:cNvSpPr/>
          <p:nvPr/>
        </p:nvSpPr>
        <p:spPr>
          <a:xfrm flipV="1">
            <a:off x="2515608" y="23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07F48319-82B4-B368-9207-8E3140450AE9}"/>
              </a:ext>
            </a:extLst>
          </p:cNvPr>
          <p:cNvSpPr/>
          <p:nvPr/>
        </p:nvSpPr>
        <p:spPr>
          <a:xfrm rot="5400000" flipV="1">
            <a:off x="3595608" y="23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Right Triangle 14">
            <a:extLst>
              <a:ext uri="{FF2B5EF4-FFF2-40B4-BE49-F238E27FC236}">
                <a16:creationId xmlns:a16="http://schemas.microsoft.com/office/drawing/2014/main" id="{F50153A9-FBC5-9E0E-EA29-803373064B16}"/>
              </a:ext>
            </a:extLst>
          </p:cNvPr>
          <p:cNvSpPr/>
          <p:nvPr/>
        </p:nvSpPr>
        <p:spPr>
          <a:xfrm>
            <a:off x="3595608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275500-08E7-A5E7-A6CB-38B1FA39B906}"/>
              </a:ext>
            </a:extLst>
          </p:cNvPr>
          <p:cNvSpPr/>
          <p:nvPr/>
        </p:nvSpPr>
        <p:spPr>
          <a:xfrm>
            <a:off x="2875609" y="2709000"/>
            <a:ext cx="719999" cy="18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D4E6C31-6BA0-28C2-602C-DF403953E3B3}"/>
              </a:ext>
            </a:extLst>
          </p:cNvPr>
          <p:cNvSpPr/>
          <p:nvPr/>
        </p:nvSpPr>
        <p:spPr>
          <a:xfrm>
            <a:off x="6115607" y="2349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6198172-5CFC-B8F7-DF60-9F8AF817B386}"/>
              </a:ext>
            </a:extLst>
          </p:cNvPr>
          <p:cNvSpPr/>
          <p:nvPr/>
        </p:nvSpPr>
        <p:spPr>
          <a:xfrm>
            <a:off x="4315613" y="2349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FABE6EB-2EDE-0E2C-65B8-67FBAE1C83CC}"/>
              </a:ext>
            </a:extLst>
          </p:cNvPr>
          <p:cNvSpPr/>
          <p:nvPr/>
        </p:nvSpPr>
        <p:spPr>
          <a:xfrm>
            <a:off x="4315612" y="3609000"/>
            <a:ext cx="1080002" cy="5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7" name="Right Triangle 56">
            <a:extLst>
              <a:ext uri="{FF2B5EF4-FFF2-40B4-BE49-F238E27FC236}">
                <a16:creationId xmlns:a16="http://schemas.microsoft.com/office/drawing/2014/main" id="{F877E665-3453-CB05-95C7-F54CC633DD01}"/>
              </a:ext>
            </a:extLst>
          </p:cNvPr>
          <p:cNvSpPr/>
          <p:nvPr/>
        </p:nvSpPr>
        <p:spPr>
          <a:xfrm flipH="1">
            <a:off x="5395614" y="41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8" name="Right Triangle 57">
            <a:extLst>
              <a:ext uri="{FF2B5EF4-FFF2-40B4-BE49-F238E27FC236}">
                <a16:creationId xmlns:a16="http://schemas.microsoft.com/office/drawing/2014/main" id="{B9B8467B-F626-FB6D-51E1-8FF754479172}"/>
              </a:ext>
            </a:extLst>
          </p:cNvPr>
          <p:cNvSpPr/>
          <p:nvPr/>
        </p:nvSpPr>
        <p:spPr>
          <a:xfrm flipH="1">
            <a:off x="5215615" y="3968995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E5DE837-C7A3-D7D9-C21D-E0DCEDB95245}"/>
              </a:ext>
            </a:extLst>
          </p:cNvPr>
          <p:cNvSpPr/>
          <p:nvPr/>
        </p:nvSpPr>
        <p:spPr>
          <a:xfrm>
            <a:off x="4675609" y="2709000"/>
            <a:ext cx="1080002" cy="5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0" name="Right Triangle 59">
            <a:extLst>
              <a:ext uri="{FF2B5EF4-FFF2-40B4-BE49-F238E27FC236}">
                <a16:creationId xmlns:a16="http://schemas.microsoft.com/office/drawing/2014/main" id="{3F9BA568-C724-954F-DCF1-037E06904A21}"/>
              </a:ext>
            </a:extLst>
          </p:cNvPr>
          <p:cNvSpPr/>
          <p:nvPr/>
        </p:nvSpPr>
        <p:spPr>
          <a:xfrm flipV="1">
            <a:off x="4675613" y="270900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1" name="Right Triangle 60">
            <a:extLst>
              <a:ext uri="{FF2B5EF4-FFF2-40B4-BE49-F238E27FC236}">
                <a16:creationId xmlns:a16="http://schemas.microsoft.com/office/drawing/2014/main" id="{50362238-F236-320B-C718-CAF607271C67}"/>
              </a:ext>
            </a:extLst>
          </p:cNvPr>
          <p:cNvSpPr/>
          <p:nvPr/>
        </p:nvSpPr>
        <p:spPr>
          <a:xfrm flipV="1">
            <a:off x="4315607" y="234900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D1D6047-E804-491C-057E-1FAF777FC4E6}"/>
              </a:ext>
            </a:extLst>
          </p:cNvPr>
          <p:cNvSpPr/>
          <p:nvPr/>
        </p:nvSpPr>
        <p:spPr>
          <a:xfrm>
            <a:off x="3955603" y="2349000"/>
            <a:ext cx="359998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CC3D77-71A4-6B81-4955-2FB1688CB48C}"/>
              </a:ext>
            </a:extLst>
          </p:cNvPr>
          <p:cNvSpPr/>
          <p:nvPr/>
        </p:nvSpPr>
        <p:spPr>
          <a:xfrm>
            <a:off x="5755612" y="2349000"/>
            <a:ext cx="359998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Right Triangle 33">
            <a:extLst>
              <a:ext uri="{FF2B5EF4-FFF2-40B4-BE49-F238E27FC236}">
                <a16:creationId xmlns:a16="http://schemas.microsoft.com/office/drawing/2014/main" id="{0E490917-E90F-05F4-CC85-BE18C6396281}"/>
              </a:ext>
            </a:extLst>
          </p:cNvPr>
          <p:cNvSpPr/>
          <p:nvPr/>
        </p:nvSpPr>
        <p:spPr>
          <a:xfrm rot="5400000">
            <a:off x="2875604" y="270900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5" name="Right Triangle 34">
            <a:extLst>
              <a:ext uri="{FF2B5EF4-FFF2-40B4-BE49-F238E27FC236}">
                <a16:creationId xmlns:a16="http://schemas.microsoft.com/office/drawing/2014/main" id="{C48FFC59-92D2-3969-F2A4-FAAF375786F3}"/>
              </a:ext>
            </a:extLst>
          </p:cNvPr>
          <p:cNvSpPr/>
          <p:nvPr/>
        </p:nvSpPr>
        <p:spPr>
          <a:xfrm rot="10800000">
            <a:off x="3415596" y="270900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63837F-62E3-AEF4-52DE-24E1DC30D71C}"/>
              </a:ext>
            </a:extLst>
          </p:cNvPr>
          <p:cNvSpPr/>
          <p:nvPr/>
        </p:nvSpPr>
        <p:spPr>
          <a:xfrm rot="5400000">
            <a:off x="4135603" y="3608991"/>
            <a:ext cx="359998" cy="1440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D4C5D1B5-F7E8-4116-4249-0AF36F0EFD72}"/>
              </a:ext>
            </a:extLst>
          </p:cNvPr>
          <p:cNvSpPr/>
          <p:nvPr/>
        </p:nvSpPr>
        <p:spPr>
          <a:xfrm>
            <a:off x="3595591" y="4148995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C7722B4-3B38-360D-6969-A54D0A610DC9}"/>
              </a:ext>
            </a:extLst>
          </p:cNvPr>
          <p:cNvSpPr/>
          <p:nvPr/>
        </p:nvSpPr>
        <p:spPr>
          <a:xfrm>
            <a:off x="6475607" y="2708995"/>
            <a:ext cx="719999" cy="14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FAC1F27-BD93-8138-4552-E380B4F11745}"/>
              </a:ext>
            </a:extLst>
          </p:cNvPr>
          <p:cNvSpPr/>
          <p:nvPr/>
        </p:nvSpPr>
        <p:spPr>
          <a:xfrm rot="5400000">
            <a:off x="6475603" y="270900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19BBB5BE-C4F5-6537-1B97-C10619126009}"/>
              </a:ext>
            </a:extLst>
          </p:cNvPr>
          <p:cNvSpPr/>
          <p:nvPr/>
        </p:nvSpPr>
        <p:spPr>
          <a:xfrm rot="10800000">
            <a:off x="7015595" y="270900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8CA7BF5-AC13-E9F6-A081-57E127775534}"/>
              </a:ext>
            </a:extLst>
          </p:cNvPr>
          <p:cNvGrpSpPr/>
          <p:nvPr/>
        </p:nvGrpSpPr>
        <p:grpSpPr>
          <a:xfrm flipV="1">
            <a:off x="6475610" y="3968995"/>
            <a:ext cx="719992" cy="180000"/>
            <a:chOff x="3028004" y="2861400"/>
            <a:chExt cx="719992" cy="180000"/>
          </a:xfrm>
        </p:grpSpPr>
        <p:sp>
          <p:nvSpPr>
            <p:cNvPr id="41" name="Right Triangle 40">
              <a:extLst>
                <a:ext uri="{FF2B5EF4-FFF2-40B4-BE49-F238E27FC236}">
                  <a16:creationId xmlns:a16="http://schemas.microsoft.com/office/drawing/2014/main" id="{31271A2B-54AC-1549-B384-E28719EAE8BB}"/>
                </a:ext>
              </a:extLst>
            </p:cNvPr>
            <p:cNvSpPr/>
            <p:nvPr/>
          </p:nvSpPr>
          <p:spPr>
            <a:xfrm rot="5400000">
              <a:off x="3028004" y="2861400"/>
              <a:ext cx="180000" cy="180000"/>
            </a:xfrm>
            <a:prstGeom prst="rt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42" name="Right Triangle 41">
              <a:extLst>
                <a:ext uri="{FF2B5EF4-FFF2-40B4-BE49-F238E27FC236}">
                  <a16:creationId xmlns:a16="http://schemas.microsoft.com/office/drawing/2014/main" id="{AD9BC1FB-6AB1-24B5-4598-F987C27004B4}"/>
                </a:ext>
              </a:extLst>
            </p:cNvPr>
            <p:cNvSpPr/>
            <p:nvPr/>
          </p:nvSpPr>
          <p:spPr>
            <a:xfrm rot="10800000">
              <a:off x="3567996" y="2861400"/>
              <a:ext cx="180000" cy="180000"/>
            </a:xfrm>
            <a:prstGeom prst="rt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D8EA6E01-E5A2-0ABA-524F-1F5748B5E1C9}"/>
              </a:ext>
            </a:extLst>
          </p:cNvPr>
          <p:cNvSpPr/>
          <p:nvPr/>
        </p:nvSpPr>
        <p:spPr>
          <a:xfrm>
            <a:off x="1238250" y="3733800"/>
            <a:ext cx="355600" cy="774700"/>
          </a:xfrm>
          <a:custGeom>
            <a:avLst/>
            <a:gdLst>
              <a:gd name="connsiteX0" fmla="*/ 355600 w 355600"/>
              <a:gd name="connsiteY0" fmla="*/ 774700 h 774700"/>
              <a:gd name="connsiteX1" fmla="*/ 0 w 355600"/>
              <a:gd name="connsiteY1" fmla="*/ 419100 h 774700"/>
              <a:gd name="connsiteX2" fmla="*/ 0 w 355600"/>
              <a:gd name="connsiteY2" fmla="*/ 0 h 774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5600" h="774700">
                <a:moveTo>
                  <a:pt x="355600" y="774700"/>
                </a:moveTo>
                <a:lnTo>
                  <a:pt x="0" y="419100"/>
                </a:lnTo>
                <a:lnTo>
                  <a:pt x="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2031981-D721-D0BD-7F20-8ACB880EDBBB}"/>
              </a:ext>
            </a:extLst>
          </p:cNvPr>
          <p:cNvSpPr/>
          <p:nvPr/>
        </p:nvSpPr>
        <p:spPr>
          <a:xfrm>
            <a:off x="1098550" y="3987800"/>
            <a:ext cx="330200" cy="533400"/>
          </a:xfrm>
          <a:custGeom>
            <a:avLst/>
            <a:gdLst>
              <a:gd name="connsiteX0" fmla="*/ 330200 w 330200"/>
              <a:gd name="connsiteY0" fmla="*/ 533400 h 533400"/>
              <a:gd name="connsiteX1" fmla="*/ 0 w 330200"/>
              <a:gd name="connsiteY1" fmla="*/ 203200 h 533400"/>
              <a:gd name="connsiteX2" fmla="*/ 0 w 330200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30200" h="533400">
                <a:moveTo>
                  <a:pt x="330200" y="533400"/>
                </a:moveTo>
                <a:lnTo>
                  <a:pt x="0" y="203200"/>
                </a:lnTo>
                <a:lnTo>
                  <a:pt x="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FC63503-581E-01DE-E6AA-A270B8EF4EC7}"/>
              </a:ext>
            </a:extLst>
          </p:cNvPr>
          <p:cNvSpPr/>
          <p:nvPr/>
        </p:nvSpPr>
        <p:spPr>
          <a:xfrm>
            <a:off x="1184269" y="3625350"/>
            <a:ext cx="107950" cy="1079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AAA2A78-B08F-28F1-C0E7-D53A02E58BFB}"/>
              </a:ext>
            </a:extLst>
          </p:cNvPr>
          <p:cNvSpPr/>
          <p:nvPr/>
        </p:nvSpPr>
        <p:spPr>
          <a:xfrm>
            <a:off x="1049335" y="3879000"/>
            <a:ext cx="107950" cy="1079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0" name="Star: 4 Points 49">
            <a:extLst>
              <a:ext uri="{FF2B5EF4-FFF2-40B4-BE49-F238E27FC236}">
                <a16:creationId xmlns:a16="http://schemas.microsoft.com/office/drawing/2014/main" id="{8238F3A9-EE98-A82D-A5A7-5598F9F019D6}"/>
              </a:ext>
            </a:extLst>
          </p:cNvPr>
          <p:cNvSpPr/>
          <p:nvPr/>
        </p:nvSpPr>
        <p:spPr>
          <a:xfrm>
            <a:off x="1172686" y="2986088"/>
            <a:ext cx="885824" cy="885824"/>
          </a:xfrm>
          <a:prstGeom prst="star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1" name="Right Triangle 50">
            <a:extLst>
              <a:ext uri="{FF2B5EF4-FFF2-40B4-BE49-F238E27FC236}">
                <a16:creationId xmlns:a16="http://schemas.microsoft.com/office/drawing/2014/main" id="{FCB446F9-B912-CF1C-CCC2-AADF30472B81}"/>
              </a:ext>
            </a:extLst>
          </p:cNvPr>
          <p:cNvSpPr/>
          <p:nvPr/>
        </p:nvSpPr>
        <p:spPr>
          <a:xfrm flipH="1">
            <a:off x="7195609" y="4148995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2" name="Right Triangle 51">
            <a:extLst>
              <a:ext uri="{FF2B5EF4-FFF2-40B4-BE49-F238E27FC236}">
                <a16:creationId xmlns:a16="http://schemas.microsoft.com/office/drawing/2014/main" id="{AE102A7E-BFAC-D201-6F9B-BBADB4B5ECE7}"/>
              </a:ext>
            </a:extLst>
          </p:cNvPr>
          <p:cNvSpPr/>
          <p:nvPr/>
        </p:nvSpPr>
        <p:spPr>
          <a:xfrm rot="5400000" flipV="1">
            <a:off x="7195587" y="2348995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9986EB2-0658-0234-9E28-4F7BED5DFF38}"/>
              </a:ext>
            </a:extLst>
          </p:cNvPr>
          <p:cNvSpPr/>
          <p:nvPr/>
        </p:nvSpPr>
        <p:spPr>
          <a:xfrm>
            <a:off x="7915563" y="234899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861BF18-D049-CB14-6400-998739254397}"/>
              </a:ext>
            </a:extLst>
          </p:cNvPr>
          <p:cNvSpPr/>
          <p:nvPr/>
        </p:nvSpPr>
        <p:spPr>
          <a:xfrm>
            <a:off x="7555580" y="2348990"/>
            <a:ext cx="359998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4" name="Right Triangle 63">
            <a:extLst>
              <a:ext uri="{FF2B5EF4-FFF2-40B4-BE49-F238E27FC236}">
                <a16:creationId xmlns:a16="http://schemas.microsoft.com/office/drawing/2014/main" id="{502195C9-90B1-839A-E573-3DE9B292BAC6}"/>
              </a:ext>
            </a:extLst>
          </p:cNvPr>
          <p:cNvSpPr/>
          <p:nvPr/>
        </p:nvSpPr>
        <p:spPr>
          <a:xfrm>
            <a:off x="6115598" y="4148995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7276B73-37A8-C20C-E735-A7345BC4AE11}"/>
              </a:ext>
            </a:extLst>
          </p:cNvPr>
          <p:cNvSpPr/>
          <p:nvPr/>
        </p:nvSpPr>
        <p:spPr>
          <a:xfrm>
            <a:off x="8275554" y="2707130"/>
            <a:ext cx="720003" cy="3561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1A1261-F458-8CB1-6C03-6D304A0BBFD8}"/>
              </a:ext>
            </a:extLst>
          </p:cNvPr>
          <p:cNvSpPr/>
          <p:nvPr/>
        </p:nvSpPr>
        <p:spPr>
          <a:xfrm>
            <a:off x="8275554" y="3420870"/>
            <a:ext cx="1079994" cy="10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7" name="Right Triangle 66">
            <a:extLst>
              <a:ext uri="{FF2B5EF4-FFF2-40B4-BE49-F238E27FC236}">
                <a16:creationId xmlns:a16="http://schemas.microsoft.com/office/drawing/2014/main" id="{2043CC50-E085-32CC-7023-A44F2ECB52A4}"/>
              </a:ext>
            </a:extLst>
          </p:cNvPr>
          <p:cNvSpPr/>
          <p:nvPr/>
        </p:nvSpPr>
        <p:spPr>
          <a:xfrm rot="5400000" flipV="1">
            <a:off x="8995560" y="2348995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8" name="Right Triangle 67">
            <a:extLst>
              <a:ext uri="{FF2B5EF4-FFF2-40B4-BE49-F238E27FC236}">
                <a16:creationId xmlns:a16="http://schemas.microsoft.com/office/drawing/2014/main" id="{E8F0C1D8-81D7-59E2-71FA-9A663B629B85}"/>
              </a:ext>
            </a:extLst>
          </p:cNvPr>
          <p:cNvSpPr/>
          <p:nvPr/>
        </p:nvSpPr>
        <p:spPr>
          <a:xfrm rot="10800000">
            <a:off x="8815559" y="2706640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9" name="Right Triangle 68">
            <a:extLst>
              <a:ext uri="{FF2B5EF4-FFF2-40B4-BE49-F238E27FC236}">
                <a16:creationId xmlns:a16="http://schemas.microsoft.com/office/drawing/2014/main" id="{4CE14428-CFB7-155A-FD57-2B8BD439AE97}"/>
              </a:ext>
            </a:extLst>
          </p:cNvPr>
          <p:cNvSpPr/>
          <p:nvPr/>
        </p:nvSpPr>
        <p:spPr>
          <a:xfrm rot="10800000" flipV="1">
            <a:off x="8815551" y="2883495"/>
            <a:ext cx="180000" cy="18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0" name="Right Triangle 69">
            <a:extLst>
              <a:ext uri="{FF2B5EF4-FFF2-40B4-BE49-F238E27FC236}">
                <a16:creationId xmlns:a16="http://schemas.microsoft.com/office/drawing/2014/main" id="{132E3166-1066-7A50-5509-4D3E98AF911D}"/>
              </a:ext>
            </a:extLst>
          </p:cNvPr>
          <p:cNvSpPr/>
          <p:nvPr/>
        </p:nvSpPr>
        <p:spPr>
          <a:xfrm flipH="1">
            <a:off x="8995505" y="306114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1" name="Right Triangle 70">
            <a:extLst>
              <a:ext uri="{FF2B5EF4-FFF2-40B4-BE49-F238E27FC236}">
                <a16:creationId xmlns:a16="http://schemas.microsoft.com/office/drawing/2014/main" id="{3E6C0640-7207-BBA9-9F1F-679929010BE8}"/>
              </a:ext>
            </a:extLst>
          </p:cNvPr>
          <p:cNvSpPr/>
          <p:nvPr/>
        </p:nvSpPr>
        <p:spPr>
          <a:xfrm flipH="1">
            <a:off x="7915532" y="3067133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2" name="Right Triangle 71">
            <a:extLst>
              <a:ext uri="{FF2B5EF4-FFF2-40B4-BE49-F238E27FC236}">
                <a16:creationId xmlns:a16="http://schemas.microsoft.com/office/drawing/2014/main" id="{A54C8F0F-62D8-F152-D336-2B46A2B96EEA}"/>
              </a:ext>
            </a:extLst>
          </p:cNvPr>
          <p:cNvSpPr/>
          <p:nvPr/>
        </p:nvSpPr>
        <p:spPr>
          <a:xfrm rot="5400000" flipV="1">
            <a:off x="7915532" y="3424260"/>
            <a:ext cx="360000" cy="36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3" name="Right Triangle 72">
            <a:extLst>
              <a:ext uri="{FF2B5EF4-FFF2-40B4-BE49-F238E27FC236}">
                <a16:creationId xmlns:a16="http://schemas.microsoft.com/office/drawing/2014/main" id="{004E1C6F-131F-6867-7B9B-6A612CE0C852}"/>
              </a:ext>
            </a:extLst>
          </p:cNvPr>
          <p:cNvSpPr/>
          <p:nvPr/>
        </p:nvSpPr>
        <p:spPr>
          <a:xfrm>
            <a:off x="8275505" y="3788990"/>
            <a:ext cx="720000" cy="72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4" name="Right Triangle 73">
            <a:extLst>
              <a:ext uri="{FF2B5EF4-FFF2-40B4-BE49-F238E27FC236}">
                <a16:creationId xmlns:a16="http://schemas.microsoft.com/office/drawing/2014/main" id="{E2B6F339-15DA-7EC8-99E1-47BDBF46E0CC}"/>
              </a:ext>
            </a:extLst>
          </p:cNvPr>
          <p:cNvSpPr/>
          <p:nvPr/>
        </p:nvSpPr>
        <p:spPr>
          <a:xfrm rot="10800000">
            <a:off x="8545432" y="3420625"/>
            <a:ext cx="810000" cy="8100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B1EB3F1-5421-1C5F-8DAC-A91F4685807F}"/>
              </a:ext>
            </a:extLst>
          </p:cNvPr>
          <p:cNvSpPr/>
          <p:nvPr/>
        </p:nvSpPr>
        <p:spPr>
          <a:xfrm>
            <a:off x="1628775" y="3381633"/>
            <a:ext cx="6151664" cy="9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20D2D816-A80A-A859-BD3B-6F4DD415CBF7}"/>
              </a:ext>
            </a:extLst>
          </p:cNvPr>
          <p:cNvSpPr/>
          <p:nvPr/>
        </p:nvSpPr>
        <p:spPr>
          <a:xfrm rot="5400000">
            <a:off x="7780555" y="3382133"/>
            <a:ext cx="90000" cy="90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5628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56AE-03BF-2F06-B2CF-17138C645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8925D7ED-389B-0A40-2628-68C05BBAD48D}"/>
              </a:ext>
            </a:extLst>
          </p:cNvPr>
          <p:cNvSpPr/>
          <p:nvPr/>
        </p:nvSpPr>
        <p:spPr>
          <a:xfrm>
            <a:off x="2515608" y="2349000"/>
            <a:ext cx="1440000" cy="2160000"/>
          </a:xfrm>
          <a:custGeom>
            <a:avLst/>
            <a:gdLst>
              <a:gd name="connsiteX0" fmla="*/ 360000 w 1440000"/>
              <a:gd name="connsiteY0" fmla="*/ 0 h 2160000"/>
              <a:gd name="connsiteX1" fmla="*/ 1080000 w 1440000"/>
              <a:gd name="connsiteY1" fmla="*/ 0 h 2160000"/>
              <a:gd name="connsiteX2" fmla="*/ 1440000 w 1440000"/>
              <a:gd name="connsiteY2" fmla="*/ 360000 h 2160000"/>
              <a:gd name="connsiteX3" fmla="*/ 1440000 w 1440000"/>
              <a:gd name="connsiteY3" fmla="*/ 2160000 h 2160000"/>
              <a:gd name="connsiteX4" fmla="*/ 1439998 w 1440000"/>
              <a:gd name="connsiteY4" fmla="*/ 2160000 h 2160000"/>
              <a:gd name="connsiteX5" fmla="*/ 1080000 w 1440000"/>
              <a:gd name="connsiteY5" fmla="*/ 1800002 h 2160000"/>
              <a:gd name="connsiteX6" fmla="*/ 1080000 w 1440000"/>
              <a:gd name="connsiteY6" fmla="*/ 720002 h 2160000"/>
              <a:gd name="connsiteX7" fmla="*/ 720000 w 1440000"/>
              <a:gd name="connsiteY7" fmla="*/ 360002 h 2160000"/>
              <a:gd name="connsiteX8" fmla="*/ 360001 w 1440000"/>
              <a:gd name="connsiteY8" fmla="*/ 720000 h 2160000"/>
              <a:gd name="connsiteX9" fmla="*/ 360001 w 1440000"/>
              <a:gd name="connsiteY9" fmla="*/ 1799999 h 2160000"/>
              <a:gd name="connsiteX10" fmla="*/ 0 w 1440000"/>
              <a:gd name="connsiteY10" fmla="*/ 2160000 h 2160000"/>
              <a:gd name="connsiteX11" fmla="*/ 0 w 1440000"/>
              <a:gd name="connsiteY11" fmla="*/ 360000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40000" h="2160000">
                <a:moveTo>
                  <a:pt x="360000" y="0"/>
                </a:moveTo>
                <a:lnTo>
                  <a:pt x="1080000" y="0"/>
                </a:lnTo>
                <a:lnTo>
                  <a:pt x="1440000" y="360000"/>
                </a:lnTo>
                <a:lnTo>
                  <a:pt x="1440000" y="2160000"/>
                </a:lnTo>
                <a:lnTo>
                  <a:pt x="1439998" y="2160000"/>
                </a:lnTo>
                <a:lnTo>
                  <a:pt x="1080000" y="1800002"/>
                </a:lnTo>
                <a:lnTo>
                  <a:pt x="1080000" y="720002"/>
                </a:lnTo>
                <a:lnTo>
                  <a:pt x="720000" y="360002"/>
                </a:lnTo>
                <a:lnTo>
                  <a:pt x="360001" y="720000"/>
                </a:lnTo>
                <a:lnTo>
                  <a:pt x="360001" y="1799999"/>
                </a:lnTo>
                <a:lnTo>
                  <a:pt x="0" y="2160000"/>
                </a:lnTo>
                <a:lnTo>
                  <a:pt x="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1EC8C8D-35B2-D3BA-F595-F788538CBECC}"/>
              </a:ext>
            </a:extLst>
          </p:cNvPr>
          <p:cNvSpPr/>
          <p:nvPr/>
        </p:nvSpPr>
        <p:spPr>
          <a:xfrm>
            <a:off x="1435608" y="2349000"/>
            <a:ext cx="1421946" cy="2160000"/>
          </a:xfrm>
          <a:custGeom>
            <a:avLst/>
            <a:gdLst>
              <a:gd name="connsiteX0" fmla="*/ 341946 w 1421946"/>
              <a:gd name="connsiteY0" fmla="*/ 0 h 2160000"/>
              <a:gd name="connsiteX1" fmla="*/ 360000 w 1421946"/>
              <a:gd name="connsiteY1" fmla="*/ 0 h 2160000"/>
              <a:gd name="connsiteX2" fmla="*/ 360000 w 1421946"/>
              <a:gd name="connsiteY2" fmla="*/ 1419933 h 2160000"/>
              <a:gd name="connsiteX3" fmla="*/ 701946 w 1421946"/>
              <a:gd name="connsiteY3" fmla="*/ 1800000 h 2160000"/>
              <a:gd name="connsiteX4" fmla="*/ 1421946 w 1421946"/>
              <a:gd name="connsiteY4" fmla="*/ 1800000 h 2160000"/>
              <a:gd name="connsiteX5" fmla="*/ 1098054 w 1421946"/>
              <a:gd name="connsiteY5" fmla="*/ 2160000 h 2160000"/>
              <a:gd name="connsiteX6" fmla="*/ 341946 w 1421946"/>
              <a:gd name="connsiteY6" fmla="*/ 2160000 h 2160000"/>
              <a:gd name="connsiteX7" fmla="*/ 0 w 1421946"/>
              <a:gd name="connsiteY7" fmla="*/ 1779933 h 2160000"/>
              <a:gd name="connsiteX8" fmla="*/ 0 w 1421946"/>
              <a:gd name="connsiteY8" fmla="*/ 380067 h 21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1946" h="2160000">
                <a:moveTo>
                  <a:pt x="341946" y="0"/>
                </a:moveTo>
                <a:lnTo>
                  <a:pt x="360000" y="0"/>
                </a:lnTo>
                <a:lnTo>
                  <a:pt x="360000" y="1419933"/>
                </a:lnTo>
                <a:lnTo>
                  <a:pt x="701946" y="1800000"/>
                </a:lnTo>
                <a:lnTo>
                  <a:pt x="1421946" y="1800000"/>
                </a:lnTo>
                <a:lnTo>
                  <a:pt x="1098054" y="2160000"/>
                </a:lnTo>
                <a:lnTo>
                  <a:pt x="341946" y="2160000"/>
                </a:lnTo>
                <a:lnTo>
                  <a:pt x="0" y="1779933"/>
                </a:lnTo>
                <a:lnTo>
                  <a:pt x="0" y="380067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DDEA1D3E-893B-83D8-54A9-FFF22A5E3193}"/>
              </a:ext>
            </a:extLst>
          </p:cNvPr>
          <p:cNvSpPr/>
          <p:nvPr/>
        </p:nvSpPr>
        <p:spPr>
          <a:xfrm rot="5400000" flipV="1">
            <a:off x="3595611" y="2348997"/>
            <a:ext cx="2160000" cy="2160006"/>
          </a:xfrm>
          <a:custGeom>
            <a:avLst/>
            <a:gdLst>
              <a:gd name="connsiteX0" fmla="*/ 0 w 2160000"/>
              <a:gd name="connsiteY0" fmla="*/ 1080000 h 2160006"/>
              <a:gd name="connsiteX1" fmla="*/ 0 w 2160000"/>
              <a:gd name="connsiteY1" fmla="*/ 1800005 h 2160006"/>
              <a:gd name="connsiteX2" fmla="*/ 360000 w 2160000"/>
              <a:gd name="connsiteY2" fmla="*/ 2160005 h 2160006"/>
              <a:gd name="connsiteX3" fmla="*/ 360000 w 2160000"/>
              <a:gd name="connsiteY3" fmla="*/ 1458219 h 2160006"/>
              <a:gd name="connsiteX4" fmla="*/ 720004 w 2160000"/>
              <a:gd name="connsiteY4" fmla="*/ 1080002 h 2160006"/>
              <a:gd name="connsiteX5" fmla="*/ 900000 w 2160000"/>
              <a:gd name="connsiteY5" fmla="*/ 1080002 h 2160006"/>
              <a:gd name="connsiteX6" fmla="*/ 900000 w 2160000"/>
              <a:gd name="connsiteY6" fmla="*/ 2160006 h 2160006"/>
              <a:gd name="connsiteX7" fmla="*/ 1800001 w 2160000"/>
              <a:gd name="connsiteY7" fmla="*/ 2160006 h 2160006"/>
              <a:gd name="connsiteX8" fmla="*/ 2160000 w 2160000"/>
              <a:gd name="connsiteY8" fmla="*/ 1800007 h 2160006"/>
              <a:gd name="connsiteX9" fmla="*/ 2160000 w 2160000"/>
              <a:gd name="connsiteY9" fmla="*/ 792242 h 2160006"/>
              <a:gd name="connsiteX10" fmla="*/ 2160000 w 2160000"/>
              <a:gd name="connsiteY10" fmla="*/ 720006 h 2160006"/>
              <a:gd name="connsiteX11" fmla="*/ 2160000 w 2160000"/>
              <a:gd name="connsiteY11" fmla="*/ 360000 h 2160006"/>
              <a:gd name="connsiteX12" fmla="*/ 2160000 w 2160000"/>
              <a:gd name="connsiteY12" fmla="*/ 341946 h 2160006"/>
              <a:gd name="connsiteX13" fmla="*/ 2141946 w 2160000"/>
              <a:gd name="connsiteY13" fmla="*/ 341946 h 2160006"/>
              <a:gd name="connsiteX14" fmla="*/ 1800000 w 2160000"/>
              <a:gd name="connsiteY14" fmla="*/ 0 h 2160006"/>
              <a:gd name="connsiteX15" fmla="*/ 1800000 w 2160000"/>
              <a:gd name="connsiteY15" fmla="*/ 341946 h 2160006"/>
              <a:gd name="connsiteX16" fmla="*/ 1800000 w 2160000"/>
              <a:gd name="connsiteY16" fmla="*/ 360000 h 2160006"/>
              <a:gd name="connsiteX17" fmla="*/ 1800000 w 2160000"/>
              <a:gd name="connsiteY17" fmla="*/ 720006 h 2160006"/>
              <a:gd name="connsiteX18" fmla="*/ 1800000 w 2160000"/>
              <a:gd name="connsiteY18" fmla="*/ 792242 h 2160006"/>
              <a:gd name="connsiteX19" fmla="*/ 1800000 w 2160000"/>
              <a:gd name="connsiteY19" fmla="*/ 1440005 h 2160006"/>
              <a:gd name="connsiteX20" fmla="*/ 1439998 w 2160000"/>
              <a:gd name="connsiteY20" fmla="*/ 1800007 h 2160006"/>
              <a:gd name="connsiteX21" fmla="*/ 1260000 w 2160000"/>
              <a:gd name="connsiteY21" fmla="*/ 1800007 h 2160006"/>
              <a:gd name="connsiteX22" fmla="*/ 1260000 w 2160000"/>
              <a:gd name="connsiteY22" fmla="*/ 720006 h 2160006"/>
              <a:gd name="connsiteX23" fmla="*/ 359994 w 2160000"/>
              <a:gd name="connsiteY23" fmla="*/ 720006 h 216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160000" h="2160006">
                <a:moveTo>
                  <a:pt x="0" y="1080000"/>
                </a:moveTo>
                <a:lnTo>
                  <a:pt x="0" y="1800005"/>
                </a:lnTo>
                <a:lnTo>
                  <a:pt x="360000" y="2160005"/>
                </a:lnTo>
                <a:lnTo>
                  <a:pt x="360000" y="1458219"/>
                </a:lnTo>
                <a:lnTo>
                  <a:pt x="720004" y="1080002"/>
                </a:lnTo>
                <a:lnTo>
                  <a:pt x="900000" y="1080002"/>
                </a:lnTo>
                <a:lnTo>
                  <a:pt x="900000" y="2160006"/>
                </a:lnTo>
                <a:lnTo>
                  <a:pt x="1800001" y="2160006"/>
                </a:lnTo>
                <a:lnTo>
                  <a:pt x="2160000" y="1800007"/>
                </a:lnTo>
                <a:lnTo>
                  <a:pt x="2160000" y="792242"/>
                </a:lnTo>
                <a:lnTo>
                  <a:pt x="2160000" y="720006"/>
                </a:lnTo>
                <a:lnTo>
                  <a:pt x="2160000" y="360000"/>
                </a:lnTo>
                <a:lnTo>
                  <a:pt x="2160000" y="341946"/>
                </a:lnTo>
                <a:lnTo>
                  <a:pt x="2141946" y="341946"/>
                </a:lnTo>
                <a:lnTo>
                  <a:pt x="1800000" y="0"/>
                </a:lnTo>
                <a:lnTo>
                  <a:pt x="1800000" y="341946"/>
                </a:lnTo>
                <a:lnTo>
                  <a:pt x="1800000" y="360000"/>
                </a:lnTo>
                <a:lnTo>
                  <a:pt x="1800000" y="720006"/>
                </a:lnTo>
                <a:lnTo>
                  <a:pt x="1800000" y="792242"/>
                </a:lnTo>
                <a:lnTo>
                  <a:pt x="1800000" y="1440005"/>
                </a:lnTo>
                <a:lnTo>
                  <a:pt x="1439998" y="1800007"/>
                </a:lnTo>
                <a:lnTo>
                  <a:pt x="1260000" y="1800007"/>
                </a:lnTo>
                <a:lnTo>
                  <a:pt x="1260000" y="720006"/>
                </a:lnTo>
                <a:lnTo>
                  <a:pt x="359994" y="720006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99335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D'Souza</dc:creator>
  <cp:lastModifiedBy>Jason D'Souza</cp:lastModifiedBy>
  <cp:revision>1</cp:revision>
  <dcterms:created xsi:type="dcterms:W3CDTF">2025-06-26T06:09:50Z</dcterms:created>
  <dcterms:modified xsi:type="dcterms:W3CDTF">2025-06-26T07:08:09Z</dcterms:modified>
</cp:coreProperties>
</file>