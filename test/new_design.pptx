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1" r:id="rId6"/>
    <p:sldId id="262" r:id="rId7"/>
    <p:sldId id="260" r:id="rId8"/>
    <p:sldId id="263" r:id="rId9"/>
    <p:sldId id="265" r:id="rId10"/>
    <p:sldId id="264" r:id="rId11"/>
    <p:sldId id="267" r:id="rId12"/>
    <p:sldId id="266" r:id="rId13"/>
    <p:sldId id="269" r:id="rId14"/>
    <p:sldId id="268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00"/>
    <a:srgbClr val="00FF00"/>
    <a:srgbClr val="0000FF"/>
    <a:srgbClr val="FF0000"/>
    <a:srgbClr val="FF0080"/>
    <a:srgbClr val="00FFFF"/>
    <a:srgbClr val="C8A6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3341" autoAdjust="0"/>
  </p:normalViewPr>
  <p:slideViewPr>
    <p:cSldViewPr snapToGrid="0">
      <p:cViewPr>
        <p:scale>
          <a:sx n="100" d="100"/>
          <a:sy n="100" d="100"/>
        </p:scale>
        <p:origin x="26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840C84-914C-4634-B3FE-BBC9E8640B84}" type="datetimeFigureOut">
              <a:rPr lang="en-PH" smtClean="0"/>
              <a:t>28/06/2025</a:t>
            </a:fld>
            <a:endParaRPr lang="en-P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F0F464-11DB-4A61-AAAF-A8E30298D8C2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6481014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F0F464-11DB-4A61-AAAF-A8E30298D8C2}" type="slidenum">
              <a:rPr lang="en-PH" smtClean="0"/>
              <a:t>10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8594238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FF36EE-0CA4-2455-5824-E7CF942BA4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15B8C4-4EFF-0ED7-7A57-8BC28EF092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3204BF-DAE9-0892-12F8-31C7149284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41F88B-57F1-84AC-292B-9493183938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F0F464-11DB-4A61-AAAF-A8E30298D8C2}" type="slidenum">
              <a:rPr lang="en-PH" smtClean="0"/>
              <a:t>11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1038517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638356-E808-2CF0-767B-023B73E3D9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7DF77C-54BF-72B3-ECC7-6F2CDE5946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9971BC4-4DE8-7DC4-32A5-EB52B7E17E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A18C00-89B9-7882-76B1-3FB35D9C70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F0F464-11DB-4A61-AAAF-A8E30298D8C2}" type="slidenum">
              <a:rPr lang="en-PH" smtClean="0"/>
              <a:t>12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6439838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047C8E-B771-35AA-40ED-EAE229CEAE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C4CFDFD-9E19-F773-76B1-7CB4D041BC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88B024-7E41-0447-1650-001BF70F8B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A350B5-71A6-4F4E-8E59-13A1EBC8F6D4}" type="datetimeFigureOut">
              <a:rPr lang="en-PH" smtClean="0"/>
              <a:t>28/06/2025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BEE236-6A04-18B7-296E-7B746F46AE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10B2A-FD8E-B461-2F7E-0F3C6419C6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3A0BF-F0B0-42DD-8130-3C5E7B033032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1052304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33AF0C-A320-FEC2-874C-884F65DDB6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0208FF-D550-F55D-34C3-4856FFF3C1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62A3BB-7424-8E7E-20C6-8962679E24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A350B5-71A6-4F4E-8E59-13A1EBC8F6D4}" type="datetimeFigureOut">
              <a:rPr lang="en-PH" smtClean="0"/>
              <a:t>28/06/2025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3AAAB9-DA92-2FC0-9B91-8246C53961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46D85E-F002-9F1A-A2A0-0A4F503ADC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3A0BF-F0B0-42DD-8130-3C5E7B033032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9021707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B8057E-510F-9E4F-1327-61531BC2B1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0BC542-B5FB-B8D4-8820-087F5C28DC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377C09-364D-7EF7-0C62-A1A8AE8EAB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A350B5-71A6-4F4E-8E59-13A1EBC8F6D4}" type="datetimeFigureOut">
              <a:rPr lang="en-PH" smtClean="0"/>
              <a:t>28/06/2025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32B74C-62EE-4D0A-E6FC-CAFE936AD3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5E0163-B8C0-94B9-B37F-D562DA8A4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3A0BF-F0B0-42DD-8130-3C5E7B033032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8980577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C843F-F4D6-9811-5827-3E8B5B1F65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28FCEA-2A5B-520E-E9B3-AE6D97AB96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345E9D-FF1C-4AA9-ABA3-851EC8A59D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55CA4B-5329-8E2E-37E2-BA8996DD78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A350B5-71A6-4F4E-8E59-13A1EBC8F6D4}" type="datetimeFigureOut">
              <a:rPr lang="en-PH" smtClean="0"/>
              <a:t>28/06/2025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2B77D4-1B0B-3CEC-661C-3010C54EAD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B59AAF-B4D8-05E0-8B32-DC9DF92489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3A0BF-F0B0-42DD-8130-3C5E7B033032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2470311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7B2605-CBB5-7676-A389-9A6BE9A751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959393-0549-2E15-85E3-7D3F212286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484959-085D-CFAE-4012-D7065E9FAD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FC4558D-0A9D-04DF-FA73-2D221A31822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5872651-1649-FF63-90D1-A2C3580918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C083E71-2BDD-C7D9-C31F-7D38693208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A350B5-71A6-4F4E-8E59-13A1EBC8F6D4}" type="datetimeFigureOut">
              <a:rPr lang="en-PH" smtClean="0"/>
              <a:t>28/06/2025</a:t>
            </a:fld>
            <a:endParaRPr lang="en-P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5D52627-C1AD-0F1C-3195-603E4CBD77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6FD9F55-41A7-5B35-348F-CAAFE3CEFF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3A0BF-F0B0-42DD-8130-3C5E7B033032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878345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B99B80-A7D1-6962-EE6C-159969D5B2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05312CB-85D3-2D63-B583-002160D241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A350B5-71A6-4F4E-8E59-13A1EBC8F6D4}" type="datetimeFigureOut">
              <a:rPr lang="en-PH" smtClean="0"/>
              <a:t>28/06/2025</a:t>
            </a:fld>
            <a:endParaRPr lang="en-P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82EF6D-5D37-B1C0-C856-4F073ED19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CC0593-33FD-F84B-86A3-20712E7C0E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3A0BF-F0B0-42DD-8130-3C5E7B033032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7155718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5DCE692-CB35-26C8-A2F5-7E30C3A805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A350B5-71A6-4F4E-8E59-13A1EBC8F6D4}" type="datetimeFigureOut">
              <a:rPr lang="en-PH" smtClean="0"/>
              <a:t>28/06/2025</a:t>
            </a:fld>
            <a:endParaRPr lang="en-P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BE2C73-F726-954A-8AEE-E8C8257DBA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84AEEF-21A8-7919-936C-A48E76AE0A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3A0BF-F0B0-42DD-8130-3C5E7B033032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7116844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0CFACE-DD3D-46B2-F37D-BF08A7DA97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97E8DD-747E-0EBC-426D-000993F563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993172-06A1-B7C8-DDA5-622A7D75B1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22330F-EC01-E28D-05F8-FC4BB2FEA1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A350B5-71A6-4F4E-8E59-13A1EBC8F6D4}" type="datetimeFigureOut">
              <a:rPr lang="en-PH" smtClean="0"/>
              <a:t>28/06/2025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E9779C-92AC-FB21-2CB3-65A5632BD0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F96442-5632-80F8-32DC-9FB3492A76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3A0BF-F0B0-42DD-8130-3C5E7B033032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2522362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A9F1A6-95CF-FD40-B0A5-894A09BE22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3538178-D162-F41E-E856-0D5B5AACE1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2B1B14-E29C-CE17-AB26-3059416181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DF4AF4-7087-ACEC-70D4-483866657F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A350B5-71A6-4F4E-8E59-13A1EBC8F6D4}" type="datetimeFigureOut">
              <a:rPr lang="en-PH" smtClean="0"/>
              <a:t>28/06/2025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599DBA-7B4F-F1AC-3E50-FF011F4064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5A84F8-2926-877B-0E84-B293F4DFB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3A0BF-F0B0-42DD-8130-3C5E7B033032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8122027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DD6479-BC9D-F1AC-D70E-EB146D1DFD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D5E873-87B0-DCEF-ECA2-48AE499B70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15F27D-45EA-FCFE-4BE1-91729D5BA0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A350B5-71A6-4F4E-8E59-13A1EBC8F6D4}" type="datetimeFigureOut">
              <a:rPr lang="en-PH" smtClean="0"/>
              <a:t>28/06/2025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990B86-8C27-687E-E331-549BC53913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2908FA-7403-1F87-2FFC-EB7F2750AD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3A0BF-F0B0-42DD-8130-3C5E7B033032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0598558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874BCDF-2138-0944-A3E1-55728260D8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D46C45-7AF1-0C56-20F2-8A80F1C7B3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E2D3C2-DA83-75D0-B8E2-958DA7402C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A350B5-71A6-4F4E-8E59-13A1EBC8F6D4}" type="datetimeFigureOut">
              <a:rPr lang="en-PH" smtClean="0"/>
              <a:t>28/06/2025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98CBE4-70BF-D0F0-03BC-809324C6A2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A15B1F-31B7-0C11-B5A7-4026BDD6FD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3A0BF-F0B0-42DD-8130-3C5E7B033032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7225496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DD958E8-8D26-5172-1F9A-351928FB48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E2DF2C-2A4C-8B78-9757-F0C996E984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928424-BB97-2783-A5D3-2EAF7919A0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A350B5-71A6-4F4E-8E59-13A1EBC8F6D4}" type="datetimeFigureOut">
              <a:rPr lang="en-PH" smtClean="0"/>
              <a:t>28/06/2025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45289E-8428-0D2A-7240-A265575D78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2348E5-78A5-E908-A4B4-CF8ACD240D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493A0BF-F0B0-42DD-8130-3C5E7B033032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2435552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120683F-6468-8023-2C2C-85B24B969357}"/>
              </a:ext>
            </a:extLst>
          </p:cNvPr>
          <p:cNvSpPr/>
          <p:nvPr/>
        </p:nvSpPr>
        <p:spPr>
          <a:xfrm>
            <a:off x="1435608" y="2349000"/>
            <a:ext cx="1440000" cy="216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6" name="Right Triangle 5">
            <a:extLst>
              <a:ext uri="{FF2B5EF4-FFF2-40B4-BE49-F238E27FC236}">
                <a16:creationId xmlns:a16="http://schemas.microsoft.com/office/drawing/2014/main" id="{4902311E-70AE-B2DB-8AEA-CC068AF0E053}"/>
              </a:ext>
            </a:extLst>
          </p:cNvPr>
          <p:cNvSpPr/>
          <p:nvPr/>
        </p:nvSpPr>
        <p:spPr>
          <a:xfrm>
            <a:off x="1435608" y="4149000"/>
            <a:ext cx="360000" cy="360000"/>
          </a:xfrm>
          <a:prstGeom prst="rt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7" name="Right Triangle 6">
            <a:extLst>
              <a:ext uri="{FF2B5EF4-FFF2-40B4-BE49-F238E27FC236}">
                <a16:creationId xmlns:a16="http://schemas.microsoft.com/office/drawing/2014/main" id="{AA1E80C9-969E-FBAC-8DC3-4DBEA7E13990}"/>
              </a:ext>
            </a:extLst>
          </p:cNvPr>
          <p:cNvSpPr/>
          <p:nvPr/>
        </p:nvSpPr>
        <p:spPr>
          <a:xfrm flipH="1">
            <a:off x="2515608" y="4149000"/>
            <a:ext cx="360000" cy="360000"/>
          </a:xfrm>
          <a:prstGeom prst="rt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8" name="Right Triangle 7">
            <a:extLst>
              <a:ext uri="{FF2B5EF4-FFF2-40B4-BE49-F238E27FC236}">
                <a16:creationId xmlns:a16="http://schemas.microsoft.com/office/drawing/2014/main" id="{FE0E31D4-F898-764D-06CD-FBE1D66FE567}"/>
              </a:ext>
            </a:extLst>
          </p:cNvPr>
          <p:cNvSpPr/>
          <p:nvPr/>
        </p:nvSpPr>
        <p:spPr>
          <a:xfrm flipV="1">
            <a:off x="1435608" y="2349000"/>
            <a:ext cx="360000" cy="360000"/>
          </a:xfrm>
          <a:prstGeom prst="rt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32A01C5-645D-0476-CBCB-6A750EC85268}"/>
              </a:ext>
            </a:extLst>
          </p:cNvPr>
          <p:cNvSpPr/>
          <p:nvPr/>
        </p:nvSpPr>
        <p:spPr>
          <a:xfrm>
            <a:off x="1795608" y="2349000"/>
            <a:ext cx="1080000" cy="180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EC2ED58E-7E2F-B754-DF2A-97AFB745AA4E}"/>
              </a:ext>
            </a:extLst>
          </p:cNvPr>
          <p:cNvSpPr/>
          <p:nvPr/>
        </p:nvSpPr>
        <p:spPr>
          <a:xfrm>
            <a:off x="1795608" y="3789000"/>
            <a:ext cx="360000" cy="360000"/>
          </a:xfrm>
          <a:prstGeom prst="rt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8E9AA1A-70E3-791F-3939-5A116147570C}"/>
              </a:ext>
            </a:extLst>
          </p:cNvPr>
          <p:cNvSpPr/>
          <p:nvPr/>
        </p:nvSpPr>
        <p:spPr>
          <a:xfrm>
            <a:off x="1795608" y="2709000"/>
            <a:ext cx="1440000" cy="144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7575448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589394-9821-1DFF-24D2-174EE403DE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9917C95-00AB-79DC-59D7-B77FD295E727}"/>
              </a:ext>
            </a:extLst>
          </p:cNvPr>
          <p:cNvSpPr/>
          <p:nvPr/>
        </p:nvSpPr>
        <p:spPr>
          <a:xfrm>
            <a:off x="1435608" y="2349000"/>
            <a:ext cx="2160000" cy="216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A0BE15D5-5709-193D-36A6-BF1EFE44AFA1}"/>
              </a:ext>
            </a:extLst>
          </p:cNvPr>
          <p:cNvSpPr/>
          <p:nvPr/>
        </p:nvSpPr>
        <p:spPr>
          <a:xfrm>
            <a:off x="1435608" y="2349000"/>
            <a:ext cx="1440000" cy="2160000"/>
          </a:xfrm>
          <a:custGeom>
            <a:avLst/>
            <a:gdLst>
              <a:gd name="connsiteX0" fmla="*/ 360000 w 1440000"/>
              <a:gd name="connsiteY0" fmla="*/ 0 h 2160000"/>
              <a:gd name="connsiteX1" fmla="*/ 360000 w 1440000"/>
              <a:gd name="connsiteY1" fmla="*/ 1440000 h 2160000"/>
              <a:gd name="connsiteX2" fmla="*/ 720000 w 1440000"/>
              <a:gd name="connsiteY2" fmla="*/ 1800000 h 2160000"/>
              <a:gd name="connsiteX3" fmla="*/ 1440000 w 1440000"/>
              <a:gd name="connsiteY3" fmla="*/ 1800000 h 2160000"/>
              <a:gd name="connsiteX4" fmla="*/ 1080000 w 1440000"/>
              <a:gd name="connsiteY4" fmla="*/ 2160000 h 2160000"/>
              <a:gd name="connsiteX5" fmla="*/ 360000 w 1440000"/>
              <a:gd name="connsiteY5" fmla="*/ 2160000 h 2160000"/>
              <a:gd name="connsiteX6" fmla="*/ 0 w 1440000"/>
              <a:gd name="connsiteY6" fmla="*/ 1800000 h 2160000"/>
              <a:gd name="connsiteX7" fmla="*/ 0 w 1440000"/>
              <a:gd name="connsiteY7" fmla="*/ 360000 h 216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440000" h="2160000">
                <a:moveTo>
                  <a:pt x="360000" y="0"/>
                </a:moveTo>
                <a:lnTo>
                  <a:pt x="360000" y="1440000"/>
                </a:lnTo>
                <a:lnTo>
                  <a:pt x="720000" y="1800000"/>
                </a:lnTo>
                <a:lnTo>
                  <a:pt x="1440000" y="1800000"/>
                </a:lnTo>
                <a:lnTo>
                  <a:pt x="1080000" y="2160000"/>
                </a:lnTo>
                <a:lnTo>
                  <a:pt x="360000" y="2160000"/>
                </a:lnTo>
                <a:lnTo>
                  <a:pt x="0" y="1800000"/>
                </a:lnTo>
                <a:lnTo>
                  <a:pt x="0" y="360000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PH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8174BFF8-2404-1705-0F80-46899AC52846}"/>
              </a:ext>
            </a:extLst>
          </p:cNvPr>
          <p:cNvSpPr/>
          <p:nvPr/>
        </p:nvSpPr>
        <p:spPr>
          <a:xfrm flipH="1" flipV="1">
            <a:off x="2155608" y="2349000"/>
            <a:ext cx="1440000" cy="2160000"/>
          </a:xfrm>
          <a:custGeom>
            <a:avLst/>
            <a:gdLst>
              <a:gd name="connsiteX0" fmla="*/ 360000 w 1440000"/>
              <a:gd name="connsiteY0" fmla="*/ 0 h 2160000"/>
              <a:gd name="connsiteX1" fmla="*/ 360000 w 1440000"/>
              <a:gd name="connsiteY1" fmla="*/ 1440000 h 2160000"/>
              <a:gd name="connsiteX2" fmla="*/ 720000 w 1440000"/>
              <a:gd name="connsiteY2" fmla="*/ 1800000 h 2160000"/>
              <a:gd name="connsiteX3" fmla="*/ 1440000 w 1440000"/>
              <a:gd name="connsiteY3" fmla="*/ 1800000 h 2160000"/>
              <a:gd name="connsiteX4" fmla="*/ 1080000 w 1440000"/>
              <a:gd name="connsiteY4" fmla="*/ 2160000 h 2160000"/>
              <a:gd name="connsiteX5" fmla="*/ 360000 w 1440000"/>
              <a:gd name="connsiteY5" fmla="*/ 2160000 h 2160000"/>
              <a:gd name="connsiteX6" fmla="*/ 0 w 1440000"/>
              <a:gd name="connsiteY6" fmla="*/ 1800000 h 2160000"/>
              <a:gd name="connsiteX7" fmla="*/ 0 w 1440000"/>
              <a:gd name="connsiteY7" fmla="*/ 360000 h 216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440000" h="2160000">
                <a:moveTo>
                  <a:pt x="360000" y="0"/>
                </a:moveTo>
                <a:lnTo>
                  <a:pt x="360000" y="1440000"/>
                </a:lnTo>
                <a:lnTo>
                  <a:pt x="720000" y="1800000"/>
                </a:lnTo>
                <a:lnTo>
                  <a:pt x="1440000" y="1800000"/>
                </a:lnTo>
                <a:lnTo>
                  <a:pt x="1080000" y="2160000"/>
                </a:lnTo>
                <a:lnTo>
                  <a:pt x="360000" y="2160000"/>
                </a:lnTo>
                <a:lnTo>
                  <a:pt x="0" y="1800000"/>
                </a:lnTo>
                <a:lnTo>
                  <a:pt x="0" y="360000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0404580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9552E4-D7A7-7172-8811-222F3E9CFF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148A433-D623-2FD0-6826-73511A1A3D95}"/>
              </a:ext>
            </a:extLst>
          </p:cNvPr>
          <p:cNvSpPr/>
          <p:nvPr/>
        </p:nvSpPr>
        <p:spPr>
          <a:xfrm>
            <a:off x="1435608" y="2349000"/>
            <a:ext cx="2160000" cy="216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32649FBE-44C2-C9EF-340B-52A7BF686CE2}"/>
              </a:ext>
            </a:extLst>
          </p:cNvPr>
          <p:cNvSpPr/>
          <p:nvPr/>
        </p:nvSpPr>
        <p:spPr>
          <a:xfrm>
            <a:off x="1435608" y="2349000"/>
            <a:ext cx="1440000" cy="2160000"/>
          </a:xfrm>
          <a:custGeom>
            <a:avLst/>
            <a:gdLst>
              <a:gd name="connsiteX0" fmla="*/ 360000 w 1440000"/>
              <a:gd name="connsiteY0" fmla="*/ 0 h 2160000"/>
              <a:gd name="connsiteX1" fmla="*/ 360000 w 1440000"/>
              <a:gd name="connsiteY1" fmla="*/ 1440000 h 2160000"/>
              <a:gd name="connsiteX2" fmla="*/ 720000 w 1440000"/>
              <a:gd name="connsiteY2" fmla="*/ 1800000 h 2160000"/>
              <a:gd name="connsiteX3" fmla="*/ 1440000 w 1440000"/>
              <a:gd name="connsiteY3" fmla="*/ 1800000 h 2160000"/>
              <a:gd name="connsiteX4" fmla="*/ 1080000 w 1440000"/>
              <a:gd name="connsiteY4" fmla="*/ 2160000 h 2160000"/>
              <a:gd name="connsiteX5" fmla="*/ 360000 w 1440000"/>
              <a:gd name="connsiteY5" fmla="*/ 2160000 h 2160000"/>
              <a:gd name="connsiteX6" fmla="*/ 0 w 1440000"/>
              <a:gd name="connsiteY6" fmla="*/ 1800000 h 2160000"/>
              <a:gd name="connsiteX7" fmla="*/ 0 w 1440000"/>
              <a:gd name="connsiteY7" fmla="*/ 360000 h 216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440000" h="2160000">
                <a:moveTo>
                  <a:pt x="360000" y="0"/>
                </a:moveTo>
                <a:lnTo>
                  <a:pt x="360000" y="1440000"/>
                </a:lnTo>
                <a:lnTo>
                  <a:pt x="720000" y="1800000"/>
                </a:lnTo>
                <a:lnTo>
                  <a:pt x="1440000" y="1800000"/>
                </a:lnTo>
                <a:lnTo>
                  <a:pt x="1080000" y="2160000"/>
                </a:lnTo>
                <a:lnTo>
                  <a:pt x="360000" y="2160000"/>
                </a:lnTo>
                <a:lnTo>
                  <a:pt x="0" y="1800000"/>
                </a:lnTo>
                <a:lnTo>
                  <a:pt x="0" y="360000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PH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5C20441-D4B9-EAAD-3B3E-9F2B8C10014F}"/>
              </a:ext>
            </a:extLst>
          </p:cNvPr>
          <p:cNvSpPr/>
          <p:nvPr/>
        </p:nvSpPr>
        <p:spPr>
          <a:xfrm flipH="1" flipV="1">
            <a:off x="2155608" y="2349000"/>
            <a:ext cx="1440000" cy="2160000"/>
          </a:xfrm>
          <a:custGeom>
            <a:avLst/>
            <a:gdLst>
              <a:gd name="connsiteX0" fmla="*/ 360000 w 1440000"/>
              <a:gd name="connsiteY0" fmla="*/ 0 h 2160000"/>
              <a:gd name="connsiteX1" fmla="*/ 360000 w 1440000"/>
              <a:gd name="connsiteY1" fmla="*/ 1440000 h 2160000"/>
              <a:gd name="connsiteX2" fmla="*/ 720000 w 1440000"/>
              <a:gd name="connsiteY2" fmla="*/ 1800000 h 2160000"/>
              <a:gd name="connsiteX3" fmla="*/ 1440000 w 1440000"/>
              <a:gd name="connsiteY3" fmla="*/ 1800000 h 2160000"/>
              <a:gd name="connsiteX4" fmla="*/ 1080000 w 1440000"/>
              <a:gd name="connsiteY4" fmla="*/ 2160000 h 2160000"/>
              <a:gd name="connsiteX5" fmla="*/ 360000 w 1440000"/>
              <a:gd name="connsiteY5" fmla="*/ 2160000 h 2160000"/>
              <a:gd name="connsiteX6" fmla="*/ 0 w 1440000"/>
              <a:gd name="connsiteY6" fmla="*/ 1800000 h 2160000"/>
              <a:gd name="connsiteX7" fmla="*/ 0 w 1440000"/>
              <a:gd name="connsiteY7" fmla="*/ 360000 h 216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440000" h="2160000">
                <a:moveTo>
                  <a:pt x="360000" y="0"/>
                </a:moveTo>
                <a:lnTo>
                  <a:pt x="360000" y="1440000"/>
                </a:lnTo>
                <a:lnTo>
                  <a:pt x="720000" y="1800000"/>
                </a:lnTo>
                <a:lnTo>
                  <a:pt x="1440000" y="1800000"/>
                </a:lnTo>
                <a:lnTo>
                  <a:pt x="1080000" y="2160000"/>
                </a:lnTo>
                <a:lnTo>
                  <a:pt x="360000" y="2160000"/>
                </a:lnTo>
                <a:lnTo>
                  <a:pt x="0" y="1800000"/>
                </a:lnTo>
                <a:lnTo>
                  <a:pt x="0" y="360000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PH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BD08594-A1E0-D39D-495B-C596505AFB86}"/>
              </a:ext>
            </a:extLst>
          </p:cNvPr>
          <p:cNvSpPr/>
          <p:nvPr/>
        </p:nvSpPr>
        <p:spPr>
          <a:xfrm>
            <a:off x="1975608" y="2889000"/>
            <a:ext cx="1080000" cy="108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6" name="Right Triangle 5">
            <a:extLst>
              <a:ext uri="{FF2B5EF4-FFF2-40B4-BE49-F238E27FC236}">
                <a16:creationId xmlns:a16="http://schemas.microsoft.com/office/drawing/2014/main" id="{4C782668-3E94-657C-A137-1DDA414B4AC0}"/>
              </a:ext>
            </a:extLst>
          </p:cNvPr>
          <p:cNvSpPr/>
          <p:nvPr/>
        </p:nvSpPr>
        <p:spPr>
          <a:xfrm>
            <a:off x="1975608" y="3609000"/>
            <a:ext cx="360000" cy="360000"/>
          </a:xfrm>
          <a:prstGeom prst="rt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8" name="Right Triangle 7">
            <a:extLst>
              <a:ext uri="{FF2B5EF4-FFF2-40B4-BE49-F238E27FC236}">
                <a16:creationId xmlns:a16="http://schemas.microsoft.com/office/drawing/2014/main" id="{64F9485D-8D95-8AC6-290E-883DCB8D960C}"/>
              </a:ext>
            </a:extLst>
          </p:cNvPr>
          <p:cNvSpPr/>
          <p:nvPr/>
        </p:nvSpPr>
        <p:spPr>
          <a:xfrm rot="5400000" flipV="1">
            <a:off x="2695608" y="2889000"/>
            <a:ext cx="360000" cy="360000"/>
          </a:xfrm>
          <a:prstGeom prst="rt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9887CD5-7C33-9D0B-3FEE-13EADFCA48E5}"/>
              </a:ext>
            </a:extLst>
          </p:cNvPr>
          <p:cNvSpPr/>
          <p:nvPr/>
        </p:nvSpPr>
        <p:spPr>
          <a:xfrm>
            <a:off x="2330352" y="3249000"/>
            <a:ext cx="360000" cy="36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3288590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C441FE-188B-AA8A-0C88-00B4472C41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A57A6F1-DECF-99C6-84BB-D7F4950C8E6E}"/>
              </a:ext>
            </a:extLst>
          </p:cNvPr>
          <p:cNvSpPr/>
          <p:nvPr/>
        </p:nvSpPr>
        <p:spPr>
          <a:xfrm>
            <a:off x="1435608" y="2349000"/>
            <a:ext cx="2160000" cy="216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BA649716-96F2-B59B-1E87-C3C5D5AA53FE}"/>
              </a:ext>
            </a:extLst>
          </p:cNvPr>
          <p:cNvSpPr/>
          <p:nvPr/>
        </p:nvSpPr>
        <p:spPr>
          <a:xfrm>
            <a:off x="1435608" y="2349000"/>
            <a:ext cx="1440000" cy="2160000"/>
          </a:xfrm>
          <a:custGeom>
            <a:avLst/>
            <a:gdLst>
              <a:gd name="connsiteX0" fmla="*/ 360000 w 1440000"/>
              <a:gd name="connsiteY0" fmla="*/ 0 h 2160000"/>
              <a:gd name="connsiteX1" fmla="*/ 360000 w 1440000"/>
              <a:gd name="connsiteY1" fmla="*/ 1440000 h 2160000"/>
              <a:gd name="connsiteX2" fmla="*/ 720000 w 1440000"/>
              <a:gd name="connsiteY2" fmla="*/ 1800000 h 2160000"/>
              <a:gd name="connsiteX3" fmla="*/ 1440000 w 1440000"/>
              <a:gd name="connsiteY3" fmla="*/ 1800000 h 2160000"/>
              <a:gd name="connsiteX4" fmla="*/ 1080000 w 1440000"/>
              <a:gd name="connsiteY4" fmla="*/ 2160000 h 2160000"/>
              <a:gd name="connsiteX5" fmla="*/ 360000 w 1440000"/>
              <a:gd name="connsiteY5" fmla="*/ 2160000 h 2160000"/>
              <a:gd name="connsiteX6" fmla="*/ 0 w 1440000"/>
              <a:gd name="connsiteY6" fmla="*/ 1800000 h 2160000"/>
              <a:gd name="connsiteX7" fmla="*/ 0 w 1440000"/>
              <a:gd name="connsiteY7" fmla="*/ 360000 h 216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440000" h="2160000">
                <a:moveTo>
                  <a:pt x="360000" y="0"/>
                </a:moveTo>
                <a:lnTo>
                  <a:pt x="360000" y="1440000"/>
                </a:lnTo>
                <a:lnTo>
                  <a:pt x="720000" y="1800000"/>
                </a:lnTo>
                <a:lnTo>
                  <a:pt x="1440000" y="1800000"/>
                </a:lnTo>
                <a:lnTo>
                  <a:pt x="1080000" y="2160000"/>
                </a:lnTo>
                <a:lnTo>
                  <a:pt x="360000" y="2160000"/>
                </a:lnTo>
                <a:lnTo>
                  <a:pt x="0" y="1800000"/>
                </a:lnTo>
                <a:lnTo>
                  <a:pt x="0" y="360000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PH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7B48273E-CDF0-516B-55F3-E6F1286C85FD}"/>
              </a:ext>
            </a:extLst>
          </p:cNvPr>
          <p:cNvSpPr/>
          <p:nvPr/>
        </p:nvSpPr>
        <p:spPr>
          <a:xfrm flipH="1" flipV="1">
            <a:off x="2155608" y="2349000"/>
            <a:ext cx="1440000" cy="2160000"/>
          </a:xfrm>
          <a:custGeom>
            <a:avLst/>
            <a:gdLst>
              <a:gd name="connsiteX0" fmla="*/ 360000 w 1440000"/>
              <a:gd name="connsiteY0" fmla="*/ 0 h 2160000"/>
              <a:gd name="connsiteX1" fmla="*/ 360000 w 1440000"/>
              <a:gd name="connsiteY1" fmla="*/ 1440000 h 2160000"/>
              <a:gd name="connsiteX2" fmla="*/ 720000 w 1440000"/>
              <a:gd name="connsiteY2" fmla="*/ 1800000 h 2160000"/>
              <a:gd name="connsiteX3" fmla="*/ 1440000 w 1440000"/>
              <a:gd name="connsiteY3" fmla="*/ 1800000 h 2160000"/>
              <a:gd name="connsiteX4" fmla="*/ 1080000 w 1440000"/>
              <a:gd name="connsiteY4" fmla="*/ 2160000 h 2160000"/>
              <a:gd name="connsiteX5" fmla="*/ 360000 w 1440000"/>
              <a:gd name="connsiteY5" fmla="*/ 2160000 h 2160000"/>
              <a:gd name="connsiteX6" fmla="*/ 0 w 1440000"/>
              <a:gd name="connsiteY6" fmla="*/ 1800000 h 2160000"/>
              <a:gd name="connsiteX7" fmla="*/ 0 w 1440000"/>
              <a:gd name="connsiteY7" fmla="*/ 360000 h 216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440000" h="2160000">
                <a:moveTo>
                  <a:pt x="360000" y="0"/>
                </a:moveTo>
                <a:lnTo>
                  <a:pt x="360000" y="1440000"/>
                </a:lnTo>
                <a:lnTo>
                  <a:pt x="720000" y="1800000"/>
                </a:lnTo>
                <a:lnTo>
                  <a:pt x="1440000" y="1800000"/>
                </a:lnTo>
                <a:lnTo>
                  <a:pt x="1080000" y="2160000"/>
                </a:lnTo>
                <a:lnTo>
                  <a:pt x="360000" y="2160000"/>
                </a:lnTo>
                <a:lnTo>
                  <a:pt x="0" y="1800000"/>
                </a:lnTo>
                <a:lnTo>
                  <a:pt x="0" y="360000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PH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F549122-63E8-BE07-F58F-74A3203C44AE}"/>
              </a:ext>
            </a:extLst>
          </p:cNvPr>
          <p:cNvSpPr/>
          <p:nvPr/>
        </p:nvSpPr>
        <p:spPr>
          <a:xfrm>
            <a:off x="1975608" y="2889000"/>
            <a:ext cx="1080000" cy="1080000"/>
          </a:xfrm>
          <a:custGeom>
            <a:avLst/>
            <a:gdLst>
              <a:gd name="connsiteX0" fmla="*/ 354744 w 1080000"/>
              <a:gd name="connsiteY0" fmla="*/ 360000 h 1080000"/>
              <a:gd name="connsiteX1" fmla="*/ 354744 w 1080000"/>
              <a:gd name="connsiteY1" fmla="*/ 720000 h 1080000"/>
              <a:gd name="connsiteX2" fmla="*/ 714744 w 1080000"/>
              <a:gd name="connsiteY2" fmla="*/ 720000 h 1080000"/>
              <a:gd name="connsiteX3" fmla="*/ 714744 w 1080000"/>
              <a:gd name="connsiteY3" fmla="*/ 360000 h 1080000"/>
              <a:gd name="connsiteX4" fmla="*/ 0 w 1080000"/>
              <a:gd name="connsiteY4" fmla="*/ 0 h 1080000"/>
              <a:gd name="connsiteX5" fmla="*/ 720000 w 1080000"/>
              <a:gd name="connsiteY5" fmla="*/ 0 h 1080000"/>
              <a:gd name="connsiteX6" fmla="*/ 1080000 w 1080000"/>
              <a:gd name="connsiteY6" fmla="*/ 360000 h 1080000"/>
              <a:gd name="connsiteX7" fmla="*/ 1080000 w 1080000"/>
              <a:gd name="connsiteY7" fmla="*/ 1080000 h 1080000"/>
              <a:gd name="connsiteX8" fmla="*/ 360000 w 1080000"/>
              <a:gd name="connsiteY8" fmla="*/ 1080000 h 1080000"/>
              <a:gd name="connsiteX9" fmla="*/ 0 w 1080000"/>
              <a:gd name="connsiteY9" fmla="*/ 720000 h 108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0000" h="1080000">
                <a:moveTo>
                  <a:pt x="354744" y="360000"/>
                </a:moveTo>
                <a:lnTo>
                  <a:pt x="354744" y="720000"/>
                </a:lnTo>
                <a:lnTo>
                  <a:pt x="714744" y="720000"/>
                </a:lnTo>
                <a:lnTo>
                  <a:pt x="714744" y="360000"/>
                </a:lnTo>
                <a:close/>
                <a:moveTo>
                  <a:pt x="0" y="0"/>
                </a:moveTo>
                <a:lnTo>
                  <a:pt x="720000" y="0"/>
                </a:lnTo>
                <a:lnTo>
                  <a:pt x="1080000" y="360000"/>
                </a:lnTo>
                <a:lnTo>
                  <a:pt x="1080000" y="1080000"/>
                </a:lnTo>
                <a:lnTo>
                  <a:pt x="360000" y="1080000"/>
                </a:lnTo>
                <a:lnTo>
                  <a:pt x="0" y="720000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9464299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448B8C-60C5-780F-90B0-AA89E2D051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C917479-E4A1-56A8-4091-74758037E9E9}"/>
              </a:ext>
            </a:extLst>
          </p:cNvPr>
          <p:cNvSpPr/>
          <p:nvPr/>
        </p:nvSpPr>
        <p:spPr>
          <a:xfrm>
            <a:off x="1435608" y="2349000"/>
            <a:ext cx="2160000" cy="216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BFDC4325-E379-4364-3393-A62E90B0D724}"/>
              </a:ext>
            </a:extLst>
          </p:cNvPr>
          <p:cNvSpPr/>
          <p:nvPr/>
        </p:nvSpPr>
        <p:spPr>
          <a:xfrm>
            <a:off x="1435608" y="2349000"/>
            <a:ext cx="1440000" cy="2160000"/>
          </a:xfrm>
          <a:custGeom>
            <a:avLst/>
            <a:gdLst>
              <a:gd name="connsiteX0" fmla="*/ 360000 w 1440000"/>
              <a:gd name="connsiteY0" fmla="*/ 0 h 2160000"/>
              <a:gd name="connsiteX1" fmla="*/ 360000 w 1440000"/>
              <a:gd name="connsiteY1" fmla="*/ 1440000 h 2160000"/>
              <a:gd name="connsiteX2" fmla="*/ 720000 w 1440000"/>
              <a:gd name="connsiteY2" fmla="*/ 1800000 h 2160000"/>
              <a:gd name="connsiteX3" fmla="*/ 1440000 w 1440000"/>
              <a:gd name="connsiteY3" fmla="*/ 1800000 h 2160000"/>
              <a:gd name="connsiteX4" fmla="*/ 1080000 w 1440000"/>
              <a:gd name="connsiteY4" fmla="*/ 2160000 h 2160000"/>
              <a:gd name="connsiteX5" fmla="*/ 360000 w 1440000"/>
              <a:gd name="connsiteY5" fmla="*/ 2160000 h 2160000"/>
              <a:gd name="connsiteX6" fmla="*/ 0 w 1440000"/>
              <a:gd name="connsiteY6" fmla="*/ 1800000 h 2160000"/>
              <a:gd name="connsiteX7" fmla="*/ 0 w 1440000"/>
              <a:gd name="connsiteY7" fmla="*/ 360000 h 216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440000" h="2160000">
                <a:moveTo>
                  <a:pt x="360000" y="0"/>
                </a:moveTo>
                <a:lnTo>
                  <a:pt x="360000" y="1440000"/>
                </a:lnTo>
                <a:lnTo>
                  <a:pt x="720000" y="1800000"/>
                </a:lnTo>
                <a:lnTo>
                  <a:pt x="1440000" y="1800000"/>
                </a:lnTo>
                <a:lnTo>
                  <a:pt x="1080000" y="2160000"/>
                </a:lnTo>
                <a:lnTo>
                  <a:pt x="360000" y="2160000"/>
                </a:lnTo>
                <a:lnTo>
                  <a:pt x="0" y="1800000"/>
                </a:lnTo>
                <a:lnTo>
                  <a:pt x="0" y="360000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PH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278584C5-FC22-4032-0D57-8E4ECF6BB04D}"/>
              </a:ext>
            </a:extLst>
          </p:cNvPr>
          <p:cNvSpPr/>
          <p:nvPr/>
        </p:nvSpPr>
        <p:spPr>
          <a:xfrm flipH="1" flipV="1">
            <a:off x="2155608" y="2349000"/>
            <a:ext cx="1440000" cy="2160000"/>
          </a:xfrm>
          <a:custGeom>
            <a:avLst/>
            <a:gdLst>
              <a:gd name="connsiteX0" fmla="*/ 360000 w 1440000"/>
              <a:gd name="connsiteY0" fmla="*/ 0 h 2160000"/>
              <a:gd name="connsiteX1" fmla="*/ 360000 w 1440000"/>
              <a:gd name="connsiteY1" fmla="*/ 1440000 h 2160000"/>
              <a:gd name="connsiteX2" fmla="*/ 720000 w 1440000"/>
              <a:gd name="connsiteY2" fmla="*/ 1800000 h 2160000"/>
              <a:gd name="connsiteX3" fmla="*/ 1440000 w 1440000"/>
              <a:gd name="connsiteY3" fmla="*/ 1800000 h 2160000"/>
              <a:gd name="connsiteX4" fmla="*/ 1080000 w 1440000"/>
              <a:gd name="connsiteY4" fmla="*/ 2160000 h 2160000"/>
              <a:gd name="connsiteX5" fmla="*/ 360000 w 1440000"/>
              <a:gd name="connsiteY5" fmla="*/ 2160000 h 2160000"/>
              <a:gd name="connsiteX6" fmla="*/ 0 w 1440000"/>
              <a:gd name="connsiteY6" fmla="*/ 1800000 h 2160000"/>
              <a:gd name="connsiteX7" fmla="*/ 0 w 1440000"/>
              <a:gd name="connsiteY7" fmla="*/ 360000 h 216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440000" h="2160000">
                <a:moveTo>
                  <a:pt x="360000" y="0"/>
                </a:moveTo>
                <a:lnTo>
                  <a:pt x="360000" y="1440000"/>
                </a:lnTo>
                <a:lnTo>
                  <a:pt x="720000" y="1800000"/>
                </a:lnTo>
                <a:lnTo>
                  <a:pt x="1440000" y="1800000"/>
                </a:lnTo>
                <a:lnTo>
                  <a:pt x="1080000" y="2160000"/>
                </a:lnTo>
                <a:lnTo>
                  <a:pt x="360000" y="2160000"/>
                </a:lnTo>
                <a:lnTo>
                  <a:pt x="0" y="1800000"/>
                </a:lnTo>
                <a:lnTo>
                  <a:pt x="0" y="360000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PH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A28C298B-10BC-A008-82BA-C3E7A2E53B11}"/>
              </a:ext>
            </a:extLst>
          </p:cNvPr>
          <p:cNvSpPr/>
          <p:nvPr/>
        </p:nvSpPr>
        <p:spPr>
          <a:xfrm>
            <a:off x="1975608" y="2889000"/>
            <a:ext cx="1080000" cy="1080000"/>
          </a:xfrm>
          <a:custGeom>
            <a:avLst/>
            <a:gdLst>
              <a:gd name="connsiteX0" fmla="*/ 354744 w 1080000"/>
              <a:gd name="connsiteY0" fmla="*/ 360000 h 1080000"/>
              <a:gd name="connsiteX1" fmla="*/ 354744 w 1080000"/>
              <a:gd name="connsiteY1" fmla="*/ 720000 h 1080000"/>
              <a:gd name="connsiteX2" fmla="*/ 714744 w 1080000"/>
              <a:gd name="connsiteY2" fmla="*/ 720000 h 1080000"/>
              <a:gd name="connsiteX3" fmla="*/ 714744 w 1080000"/>
              <a:gd name="connsiteY3" fmla="*/ 360000 h 1080000"/>
              <a:gd name="connsiteX4" fmla="*/ 0 w 1080000"/>
              <a:gd name="connsiteY4" fmla="*/ 0 h 1080000"/>
              <a:gd name="connsiteX5" fmla="*/ 720000 w 1080000"/>
              <a:gd name="connsiteY5" fmla="*/ 0 h 1080000"/>
              <a:gd name="connsiteX6" fmla="*/ 1080000 w 1080000"/>
              <a:gd name="connsiteY6" fmla="*/ 360000 h 1080000"/>
              <a:gd name="connsiteX7" fmla="*/ 1080000 w 1080000"/>
              <a:gd name="connsiteY7" fmla="*/ 1080000 h 1080000"/>
              <a:gd name="connsiteX8" fmla="*/ 360000 w 1080000"/>
              <a:gd name="connsiteY8" fmla="*/ 1080000 h 1080000"/>
              <a:gd name="connsiteX9" fmla="*/ 0 w 1080000"/>
              <a:gd name="connsiteY9" fmla="*/ 720000 h 108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0000" h="1080000">
                <a:moveTo>
                  <a:pt x="354744" y="360000"/>
                </a:moveTo>
                <a:lnTo>
                  <a:pt x="354744" y="720000"/>
                </a:lnTo>
                <a:lnTo>
                  <a:pt x="714744" y="720000"/>
                </a:lnTo>
                <a:lnTo>
                  <a:pt x="714744" y="360000"/>
                </a:lnTo>
                <a:close/>
                <a:moveTo>
                  <a:pt x="0" y="0"/>
                </a:moveTo>
                <a:lnTo>
                  <a:pt x="720000" y="0"/>
                </a:lnTo>
                <a:lnTo>
                  <a:pt x="1080000" y="360000"/>
                </a:lnTo>
                <a:lnTo>
                  <a:pt x="1080000" y="1080000"/>
                </a:lnTo>
                <a:lnTo>
                  <a:pt x="360000" y="1080000"/>
                </a:lnTo>
                <a:lnTo>
                  <a:pt x="0" y="720000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PH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2C671B8-4848-023C-83B5-F0CBBDB0E998}"/>
              </a:ext>
            </a:extLst>
          </p:cNvPr>
          <p:cNvSpPr/>
          <p:nvPr/>
        </p:nvSpPr>
        <p:spPr>
          <a:xfrm>
            <a:off x="1525608" y="3339000"/>
            <a:ext cx="180000" cy="18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6" name="Isosceles Triangle 5">
            <a:extLst>
              <a:ext uri="{FF2B5EF4-FFF2-40B4-BE49-F238E27FC236}">
                <a16:creationId xmlns:a16="http://schemas.microsoft.com/office/drawing/2014/main" id="{4315C36A-6D48-2E0A-2C98-D052AA564C15}"/>
              </a:ext>
            </a:extLst>
          </p:cNvPr>
          <p:cNvSpPr/>
          <p:nvPr/>
        </p:nvSpPr>
        <p:spPr>
          <a:xfrm flipV="1">
            <a:off x="1525608" y="3519000"/>
            <a:ext cx="180000" cy="360000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8" name="Isosceles Triangle 7">
            <a:extLst>
              <a:ext uri="{FF2B5EF4-FFF2-40B4-BE49-F238E27FC236}">
                <a16:creationId xmlns:a16="http://schemas.microsoft.com/office/drawing/2014/main" id="{F85BE25E-AAE6-5EFB-D8DB-89CC482D95E0}"/>
              </a:ext>
            </a:extLst>
          </p:cNvPr>
          <p:cNvSpPr/>
          <p:nvPr/>
        </p:nvSpPr>
        <p:spPr>
          <a:xfrm rot="5400000" flipV="1">
            <a:off x="1255608" y="3249000"/>
            <a:ext cx="180000" cy="360000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9" name="Isosceles Triangle 8">
            <a:extLst>
              <a:ext uri="{FF2B5EF4-FFF2-40B4-BE49-F238E27FC236}">
                <a16:creationId xmlns:a16="http://schemas.microsoft.com/office/drawing/2014/main" id="{C86A12CF-1BA8-64FA-F755-1F1ED87A57BD}"/>
              </a:ext>
            </a:extLst>
          </p:cNvPr>
          <p:cNvSpPr/>
          <p:nvPr/>
        </p:nvSpPr>
        <p:spPr>
          <a:xfrm rot="5400000">
            <a:off x="1795608" y="3249000"/>
            <a:ext cx="180000" cy="360000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D18A6A7-7D91-B4FC-FA47-5F348D36C7F7}"/>
              </a:ext>
            </a:extLst>
          </p:cNvPr>
          <p:cNvGrpSpPr/>
          <p:nvPr/>
        </p:nvGrpSpPr>
        <p:grpSpPr>
          <a:xfrm>
            <a:off x="1525608" y="2979000"/>
            <a:ext cx="404999" cy="405000"/>
            <a:chOff x="1525608" y="2979000"/>
            <a:chExt cx="404999" cy="405000"/>
          </a:xfrm>
        </p:grpSpPr>
        <p:sp>
          <p:nvSpPr>
            <p:cNvPr id="5" name="Isosceles Triangle 4">
              <a:extLst>
                <a:ext uri="{FF2B5EF4-FFF2-40B4-BE49-F238E27FC236}">
                  <a16:creationId xmlns:a16="http://schemas.microsoft.com/office/drawing/2014/main" id="{EAA63F0D-0EC3-6B1B-BD62-778424CD2CCF}"/>
                </a:ext>
              </a:extLst>
            </p:cNvPr>
            <p:cNvSpPr/>
            <p:nvPr/>
          </p:nvSpPr>
          <p:spPr>
            <a:xfrm>
              <a:off x="1525608" y="2979000"/>
              <a:ext cx="180000" cy="360000"/>
            </a:xfrm>
            <a:prstGeom prst="triangl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/>
            </a:p>
          </p:txBody>
        </p:sp>
        <p:sp>
          <p:nvSpPr>
            <p:cNvPr id="10" name="Isosceles Triangle 9">
              <a:extLst>
                <a:ext uri="{FF2B5EF4-FFF2-40B4-BE49-F238E27FC236}">
                  <a16:creationId xmlns:a16="http://schemas.microsoft.com/office/drawing/2014/main" id="{A5AB3960-67BE-F585-1030-7EA4A9E71579}"/>
                </a:ext>
              </a:extLst>
            </p:cNvPr>
            <p:cNvSpPr/>
            <p:nvPr/>
          </p:nvSpPr>
          <p:spPr>
            <a:xfrm rot="2700000">
              <a:off x="1660607" y="3114000"/>
              <a:ext cx="180000" cy="360000"/>
            </a:xfrm>
            <a:prstGeom prst="triangl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13CFABF-576A-E657-331A-F7FA843780DE}"/>
              </a:ext>
            </a:extLst>
          </p:cNvPr>
          <p:cNvGrpSpPr/>
          <p:nvPr/>
        </p:nvGrpSpPr>
        <p:grpSpPr>
          <a:xfrm rot="5400000">
            <a:off x="1664836" y="3339000"/>
            <a:ext cx="404999" cy="405000"/>
            <a:chOff x="1525608" y="2979000"/>
            <a:chExt cx="404999" cy="405000"/>
          </a:xfrm>
        </p:grpSpPr>
        <p:sp>
          <p:nvSpPr>
            <p:cNvPr id="14" name="Isosceles Triangle 13">
              <a:extLst>
                <a:ext uri="{FF2B5EF4-FFF2-40B4-BE49-F238E27FC236}">
                  <a16:creationId xmlns:a16="http://schemas.microsoft.com/office/drawing/2014/main" id="{0F7175CC-A350-AF2F-E8A6-62ED0A5F995A}"/>
                </a:ext>
              </a:extLst>
            </p:cNvPr>
            <p:cNvSpPr/>
            <p:nvPr/>
          </p:nvSpPr>
          <p:spPr>
            <a:xfrm>
              <a:off x="1525608" y="2979000"/>
              <a:ext cx="180000" cy="360000"/>
            </a:xfrm>
            <a:prstGeom prst="triangl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/>
            </a:p>
          </p:txBody>
        </p:sp>
        <p:sp>
          <p:nvSpPr>
            <p:cNvPr id="15" name="Isosceles Triangle 14">
              <a:extLst>
                <a:ext uri="{FF2B5EF4-FFF2-40B4-BE49-F238E27FC236}">
                  <a16:creationId xmlns:a16="http://schemas.microsoft.com/office/drawing/2014/main" id="{4294D158-1D4D-8F7D-6997-B53438252460}"/>
                </a:ext>
              </a:extLst>
            </p:cNvPr>
            <p:cNvSpPr/>
            <p:nvPr/>
          </p:nvSpPr>
          <p:spPr>
            <a:xfrm rot="2700000">
              <a:off x="1660607" y="3114000"/>
              <a:ext cx="180000" cy="360000"/>
            </a:xfrm>
            <a:prstGeom prst="triangl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24CF8FFC-9C0F-671D-B701-E4B03BCF9A8E}"/>
              </a:ext>
            </a:extLst>
          </p:cNvPr>
          <p:cNvGrpSpPr/>
          <p:nvPr/>
        </p:nvGrpSpPr>
        <p:grpSpPr>
          <a:xfrm rot="10800000">
            <a:off x="1300609" y="3474000"/>
            <a:ext cx="404999" cy="405000"/>
            <a:chOff x="1525608" y="2979000"/>
            <a:chExt cx="404999" cy="405000"/>
          </a:xfrm>
        </p:grpSpPr>
        <p:sp>
          <p:nvSpPr>
            <p:cNvPr id="17" name="Isosceles Triangle 16">
              <a:extLst>
                <a:ext uri="{FF2B5EF4-FFF2-40B4-BE49-F238E27FC236}">
                  <a16:creationId xmlns:a16="http://schemas.microsoft.com/office/drawing/2014/main" id="{E8911BC3-FC2B-10C7-6F20-FB6AAD2B9A1A}"/>
                </a:ext>
              </a:extLst>
            </p:cNvPr>
            <p:cNvSpPr/>
            <p:nvPr/>
          </p:nvSpPr>
          <p:spPr>
            <a:xfrm>
              <a:off x="1525608" y="2979000"/>
              <a:ext cx="180000" cy="360000"/>
            </a:xfrm>
            <a:prstGeom prst="triangl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/>
            </a:p>
          </p:txBody>
        </p:sp>
        <p:sp>
          <p:nvSpPr>
            <p:cNvPr id="18" name="Isosceles Triangle 17">
              <a:extLst>
                <a:ext uri="{FF2B5EF4-FFF2-40B4-BE49-F238E27FC236}">
                  <a16:creationId xmlns:a16="http://schemas.microsoft.com/office/drawing/2014/main" id="{4512D870-799C-8F3E-02EC-89AEFF64EC80}"/>
                </a:ext>
              </a:extLst>
            </p:cNvPr>
            <p:cNvSpPr/>
            <p:nvPr/>
          </p:nvSpPr>
          <p:spPr>
            <a:xfrm rot="2700000">
              <a:off x="1660607" y="3114000"/>
              <a:ext cx="180000" cy="360000"/>
            </a:xfrm>
            <a:prstGeom prst="triangl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97305750-88D9-3CCD-95C9-537F2AD339DF}"/>
              </a:ext>
            </a:extLst>
          </p:cNvPr>
          <p:cNvGrpSpPr/>
          <p:nvPr/>
        </p:nvGrpSpPr>
        <p:grpSpPr>
          <a:xfrm rot="16200000">
            <a:off x="1164342" y="3114000"/>
            <a:ext cx="404999" cy="405000"/>
            <a:chOff x="1525608" y="2979000"/>
            <a:chExt cx="404999" cy="405000"/>
          </a:xfrm>
        </p:grpSpPr>
        <p:sp>
          <p:nvSpPr>
            <p:cNvPr id="23" name="Isosceles Triangle 22">
              <a:extLst>
                <a:ext uri="{FF2B5EF4-FFF2-40B4-BE49-F238E27FC236}">
                  <a16:creationId xmlns:a16="http://schemas.microsoft.com/office/drawing/2014/main" id="{21999E9A-557C-D470-FEDE-3740FCE67792}"/>
                </a:ext>
              </a:extLst>
            </p:cNvPr>
            <p:cNvSpPr/>
            <p:nvPr/>
          </p:nvSpPr>
          <p:spPr>
            <a:xfrm>
              <a:off x="1525608" y="2979000"/>
              <a:ext cx="180000" cy="360000"/>
            </a:xfrm>
            <a:prstGeom prst="triangl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/>
            </a:p>
          </p:txBody>
        </p:sp>
        <p:sp>
          <p:nvSpPr>
            <p:cNvPr id="24" name="Isosceles Triangle 23">
              <a:extLst>
                <a:ext uri="{FF2B5EF4-FFF2-40B4-BE49-F238E27FC236}">
                  <a16:creationId xmlns:a16="http://schemas.microsoft.com/office/drawing/2014/main" id="{C8F05AB3-C3CF-0A12-B62C-8E462592301F}"/>
                </a:ext>
              </a:extLst>
            </p:cNvPr>
            <p:cNvSpPr/>
            <p:nvPr/>
          </p:nvSpPr>
          <p:spPr>
            <a:xfrm rot="2700000">
              <a:off x="1660607" y="3114000"/>
              <a:ext cx="180000" cy="360000"/>
            </a:xfrm>
            <a:prstGeom prst="triangl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/>
            </a:p>
          </p:txBody>
        </p:sp>
      </p:grpSp>
      <p:sp>
        <p:nvSpPr>
          <p:cNvPr id="25" name="Rectangle 24">
            <a:extLst>
              <a:ext uri="{FF2B5EF4-FFF2-40B4-BE49-F238E27FC236}">
                <a16:creationId xmlns:a16="http://schemas.microsoft.com/office/drawing/2014/main" id="{BF5A7688-0B2E-2CC3-7ABC-10A77234705F}"/>
              </a:ext>
            </a:extLst>
          </p:cNvPr>
          <p:cNvSpPr/>
          <p:nvPr/>
        </p:nvSpPr>
        <p:spPr>
          <a:xfrm>
            <a:off x="1615608" y="3384000"/>
            <a:ext cx="900000" cy="9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512997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843CB3-1A19-E01B-B1AF-65AAE5711F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8981992-90DF-E23B-14E4-D56DE37B754A}"/>
              </a:ext>
            </a:extLst>
          </p:cNvPr>
          <p:cNvSpPr/>
          <p:nvPr/>
        </p:nvSpPr>
        <p:spPr>
          <a:xfrm>
            <a:off x="1435608" y="2349000"/>
            <a:ext cx="2160000" cy="216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A0CC2587-A08E-5E02-75B9-EC6632AF5589}"/>
              </a:ext>
            </a:extLst>
          </p:cNvPr>
          <p:cNvSpPr/>
          <p:nvPr/>
        </p:nvSpPr>
        <p:spPr>
          <a:xfrm>
            <a:off x="1435608" y="2349000"/>
            <a:ext cx="1440000" cy="2160000"/>
          </a:xfrm>
          <a:custGeom>
            <a:avLst/>
            <a:gdLst>
              <a:gd name="connsiteX0" fmla="*/ 360000 w 1440000"/>
              <a:gd name="connsiteY0" fmla="*/ 0 h 2160000"/>
              <a:gd name="connsiteX1" fmla="*/ 360000 w 1440000"/>
              <a:gd name="connsiteY1" fmla="*/ 1440000 h 2160000"/>
              <a:gd name="connsiteX2" fmla="*/ 720000 w 1440000"/>
              <a:gd name="connsiteY2" fmla="*/ 1800000 h 2160000"/>
              <a:gd name="connsiteX3" fmla="*/ 1440000 w 1440000"/>
              <a:gd name="connsiteY3" fmla="*/ 1800000 h 2160000"/>
              <a:gd name="connsiteX4" fmla="*/ 1080000 w 1440000"/>
              <a:gd name="connsiteY4" fmla="*/ 2160000 h 2160000"/>
              <a:gd name="connsiteX5" fmla="*/ 360000 w 1440000"/>
              <a:gd name="connsiteY5" fmla="*/ 2160000 h 2160000"/>
              <a:gd name="connsiteX6" fmla="*/ 0 w 1440000"/>
              <a:gd name="connsiteY6" fmla="*/ 1800000 h 2160000"/>
              <a:gd name="connsiteX7" fmla="*/ 0 w 1440000"/>
              <a:gd name="connsiteY7" fmla="*/ 360000 h 216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440000" h="2160000">
                <a:moveTo>
                  <a:pt x="360000" y="0"/>
                </a:moveTo>
                <a:lnTo>
                  <a:pt x="360000" y="1440000"/>
                </a:lnTo>
                <a:lnTo>
                  <a:pt x="720000" y="1800000"/>
                </a:lnTo>
                <a:lnTo>
                  <a:pt x="1440000" y="1800000"/>
                </a:lnTo>
                <a:lnTo>
                  <a:pt x="1080000" y="2160000"/>
                </a:lnTo>
                <a:lnTo>
                  <a:pt x="360000" y="2160000"/>
                </a:lnTo>
                <a:lnTo>
                  <a:pt x="0" y="1800000"/>
                </a:lnTo>
                <a:lnTo>
                  <a:pt x="0" y="360000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PH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0CBF63A-2D6D-B043-F4FD-A4A8F756D003}"/>
              </a:ext>
            </a:extLst>
          </p:cNvPr>
          <p:cNvSpPr/>
          <p:nvPr/>
        </p:nvSpPr>
        <p:spPr>
          <a:xfrm flipH="1" flipV="1">
            <a:off x="2155608" y="2349000"/>
            <a:ext cx="1440000" cy="2160000"/>
          </a:xfrm>
          <a:custGeom>
            <a:avLst/>
            <a:gdLst>
              <a:gd name="connsiteX0" fmla="*/ 360000 w 1440000"/>
              <a:gd name="connsiteY0" fmla="*/ 0 h 2160000"/>
              <a:gd name="connsiteX1" fmla="*/ 360000 w 1440000"/>
              <a:gd name="connsiteY1" fmla="*/ 1440000 h 2160000"/>
              <a:gd name="connsiteX2" fmla="*/ 720000 w 1440000"/>
              <a:gd name="connsiteY2" fmla="*/ 1800000 h 2160000"/>
              <a:gd name="connsiteX3" fmla="*/ 1440000 w 1440000"/>
              <a:gd name="connsiteY3" fmla="*/ 1800000 h 2160000"/>
              <a:gd name="connsiteX4" fmla="*/ 1080000 w 1440000"/>
              <a:gd name="connsiteY4" fmla="*/ 2160000 h 2160000"/>
              <a:gd name="connsiteX5" fmla="*/ 360000 w 1440000"/>
              <a:gd name="connsiteY5" fmla="*/ 2160000 h 2160000"/>
              <a:gd name="connsiteX6" fmla="*/ 0 w 1440000"/>
              <a:gd name="connsiteY6" fmla="*/ 1800000 h 2160000"/>
              <a:gd name="connsiteX7" fmla="*/ 0 w 1440000"/>
              <a:gd name="connsiteY7" fmla="*/ 360000 h 216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440000" h="2160000">
                <a:moveTo>
                  <a:pt x="360000" y="0"/>
                </a:moveTo>
                <a:lnTo>
                  <a:pt x="360000" y="1440000"/>
                </a:lnTo>
                <a:lnTo>
                  <a:pt x="720000" y="1800000"/>
                </a:lnTo>
                <a:lnTo>
                  <a:pt x="1440000" y="1800000"/>
                </a:lnTo>
                <a:lnTo>
                  <a:pt x="1080000" y="2160000"/>
                </a:lnTo>
                <a:lnTo>
                  <a:pt x="360000" y="2160000"/>
                </a:lnTo>
                <a:lnTo>
                  <a:pt x="0" y="1800000"/>
                </a:lnTo>
                <a:lnTo>
                  <a:pt x="0" y="360000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PH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919B711A-9148-FE16-9111-8274F6174C34}"/>
              </a:ext>
            </a:extLst>
          </p:cNvPr>
          <p:cNvSpPr/>
          <p:nvPr/>
        </p:nvSpPr>
        <p:spPr>
          <a:xfrm>
            <a:off x="1975608" y="2889000"/>
            <a:ext cx="1080000" cy="1080000"/>
          </a:xfrm>
          <a:custGeom>
            <a:avLst/>
            <a:gdLst>
              <a:gd name="connsiteX0" fmla="*/ 354744 w 1080000"/>
              <a:gd name="connsiteY0" fmla="*/ 360000 h 1080000"/>
              <a:gd name="connsiteX1" fmla="*/ 354744 w 1080000"/>
              <a:gd name="connsiteY1" fmla="*/ 720000 h 1080000"/>
              <a:gd name="connsiteX2" fmla="*/ 714744 w 1080000"/>
              <a:gd name="connsiteY2" fmla="*/ 720000 h 1080000"/>
              <a:gd name="connsiteX3" fmla="*/ 714744 w 1080000"/>
              <a:gd name="connsiteY3" fmla="*/ 360000 h 1080000"/>
              <a:gd name="connsiteX4" fmla="*/ 0 w 1080000"/>
              <a:gd name="connsiteY4" fmla="*/ 0 h 1080000"/>
              <a:gd name="connsiteX5" fmla="*/ 720000 w 1080000"/>
              <a:gd name="connsiteY5" fmla="*/ 0 h 1080000"/>
              <a:gd name="connsiteX6" fmla="*/ 1080000 w 1080000"/>
              <a:gd name="connsiteY6" fmla="*/ 360000 h 1080000"/>
              <a:gd name="connsiteX7" fmla="*/ 1080000 w 1080000"/>
              <a:gd name="connsiteY7" fmla="*/ 1080000 h 1080000"/>
              <a:gd name="connsiteX8" fmla="*/ 360000 w 1080000"/>
              <a:gd name="connsiteY8" fmla="*/ 1080000 h 1080000"/>
              <a:gd name="connsiteX9" fmla="*/ 0 w 1080000"/>
              <a:gd name="connsiteY9" fmla="*/ 720000 h 108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0000" h="1080000">
                <a:moveTo>
                  <a:pt x="354744" y="360000"/>
                </a:moveTo>
                <a:lnTo>
                  <a:pt x="354744" y="720000"/>
                </a:lnTo>
                <a:lnTo>
                  <a:pt x="714744" y="720000"/>
                </a:lnTo>
                <a:lnTo>
                  <a:pt x="714744" y="360000"/>
                </a:lnTo>
                <a:close/>
                <a:moveTo>
                  <a:pt x="0" y="0"/>
                </a:moveTo>
                <a:lnTo>
                  <a:pt x="720000" y="0"/>
                </a:lnTo>
                <a:lnTo>
                  <a:pt x="1080000" y="360000"/>
                </a:lnTo>
                <a:lnTo>
                  <a:pt x="1080000" y="1080000"/>
                </a:lnTo>
                <a:lnTo>
                  <a:pt x="360000" y="1080000"/>
                </a:lnTo>
                <a:lnTo>
                  <a:pt x="0" y="720000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PH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EF15F41F-9580-7548-0ABA-23C3D1EC5EFB}"/>
              </a:ext>
            </a:extLst>
          </p:cNvPr>
          <p:cNvSpPr/>
          <p:nvPr/>
        </p:nvSpPr>
        <p:spPr>
          <a:xfrm>
            <a:off x="1165608" y="2979000"/>
            <a:ext cx="1350000" cy="900000"/>
          </a:xfrm>
          <a:custGeom>
            <a:avLst/>
            <a:gdLst>
              <a:gd name="connsiteX0" fmla="*/ 450000 w 1350000"/>
              <a:gd name="connsiteY0" fmla="*/ 0 h 900000"/>
              <a:gd name="connsiteX1" fmla="*/ 525019 w 1350000"/>
              <a:gd name="connsiteY1" fmla="*/ 300076 h 900000"/>
              <a:gd name="connsiteX2" fmla="*/ 712278 w 1350000"/>
              <a:gd name="connsiteY2" fmla="*/ 187721 h 900000"/>
              <a:gd name="connsiteX3" fmla="*/ 581911 w 1350000"/>
              <a:gd name="connsiteY3" fmla="*/ 405000 h 900000"/>
              <a:gd name="connsiteX4" fmla="*/ 1350000 w 1350000"/>
              <a:gd name="connsiteY4" fmla="*/ 405000 h 900000"/>
              <a:gd name="connsiteX5" fmla="*/ 1350000 w 1350000"/>
              <a:gd name="connsiteY5" fmla="*/ 495000 h 900000"/>
              <a:gd name="connsiteX6" fmla="*/ 586140 w 1350000"/>
              <a:gd name="connsiteY6" fmla="*/ 495000 h 900000"/>
              <a:gd name="connsiteX7" fmla="*/ 716507 w 1350000"/>
              <a:gd name="connsiteY7" fmla="*/ 712279 h 900000"/>
              <a:gd name="connsiteX8" fmla="*/ 525571 w 1350000"/>
              <a:gd name="connsiteY8" fmla="*/ 597718 h 900000"/>
              <a:gd name="connsiteX9" fmla="*/ 450000 w 1350000"/>
              <a:gd name="connsiteY9" fmla="*/ 900000 h 900000"/>
              <a:gd name="connsiteX10" fmla="*/ 374981 w 1350000"/>
              <a:gd name="connsiteY10" fmla="*/ 599924 h 900000"/>
              <a:gd name="connsiteX11" fmla="*/ 187722 w 1350000"/>
              <a:gd name="connsiteY11" fmla="*/ 712279 h 900000"/>
              <a:gd name="connsiteX12" fmla="*/ 300078 w 1350000"/>
              <a:gd name="connsiteY12" fmla="*/ 525020 h 900000"/>
              <a:gd name="connsiteX13" fmla="*/ 0 w 1350000"/>
              <a:gd name="connsiteY13" fmla="*/ 450000 h 900000"/>
              <a:gd name="connsiteX14" fmla="*/ 298975 w 1350000"/>
              <a:gd name="connsiteY14" fmla="*/ 375256 h 900000"/>
              <a:gd name="connsiteX15" fmla="*/ 186455 w 1350000"/>
              <a:gd name="connsiteY15" fmla="*/ 187722 h 900000"/>
              <a:gd name="connsiteX16" fmla="*/ 374815 w 1350000"/>
              <a:gd name="connsiteY16" fmla="*/ 300738 h 90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50000" h="900000">
                <a:moveTo>
                  <a:pt x="450000" y="0"/>
                </a:moveTo>
                <a:lnTo>
                  <a:pt x="525019" y="300076"/>
                </a:lnTo>
                <a:lnTo>
                  <a:pt x="712278" y="187721"/>
                </a:lnTo>
                <a:lnTo>
                  <a:pt x="581911" y="405000"/>
                </a:lnTo>
                <a:lnTo>
                  <a:pt x="1350000" y="405000"/>
                </a:lnTo>
                <a:lnTo>
                  <a:pt x="1350000" y="495000"/>
                </a:lnTo>
                <a:lnTo>
                  <a:pt x="586140" y="495000"/>
                </a:lnTo>
                <a:lnTo>
                  <a:pt x="716507" y="712279"/>
                </a:lnTo>
                <a:lnTo>
                  <a:pt x="525571" y="597718"/>
                </a:lnTo>
                <a:lnTo>
                  <a:pt x="450000" y="900000"/>
                </a:lnTo>
                <a:lnTo>
                  <a:pt x="374981" y="599924"/>
                </a:lnTo>
                <a:lnTo>
                  <a:pt x="187722" y="712279"/>
                </a:lnTo>
                <a:lnTo>
                  <a:pt x="300078" y="525020"/>
                </a:lnTo>
                <a:lnTo>
                  <a:pt x="0" y="450000"/>
                </a:lnTo>
                <a:lnTo>
                  <a:pt x="298975" y="375256"/>
                </a:lnTo>
                <a:lnTo>
                  <a:pt x="186455" y="187722"/>
                </a:lnTo>
                <a:lnTo>
                  <a:pt x="374815" y="300738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PH"/>
          </a:p>
        </p:txBody>
      </p:sp>
      <p:sp>
        <p:nvSpPr>
          <p:cNvPr id="26" name="Isosceles Triangle 25">
            <a:extLst>
              <a:ext uri="{FF2B5EF4-FFF2-40B4-BE49-F238E27FC236}">
                <a16:creationId xmlns:a16="http://schemas.microsoft.com/office/drawing/2014/main" id="{3AC26EB5-F051-C1AD-F8E8-CF2A41332CC6}"/>
              </a:ext>
            </a:extLst>
          </p:cNvPr>
          <p:cNvSpPr/>
          <p:nvPr/>
        </p:nvSpPr>
        <p:spPr>
          <a:xfrm rot="5400000">
            <a:off x="2515608" y="3384000"/>
            <a:ext cx="90000" cy="90000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4858816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42C99B-3223-6CEE-C1F3-999A3EBCBF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BEBBE73-E035-D225-218A-FB7482FB8188}"/>
              </a:ext>
            </a:extLst>
          </p:cNvPr>
          <p:cNvSpPr/>
          <p:nvPr/>
        </p:nvSpPr>
        <p:spPr>
          <a:xfrm>
            <a:off x="1075608" y="1989000"/>
            <a:ext cx="2880000" cy="28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EF13DA2D-F06D-E2A5-E4F7-AEC1832B7923}"/>
              </a:ext>
            </a:extLst>
          </p:cNvPr>
          <p:cNvGrpSpPr/>
          <p:nvPr/>
        </p:nvGrpSpPr>
        <p:grpSpPr>
          <a:xfrm>
            <a:off x="1165608" y="2349000"/>
            <a:ext cx="2430000" cy="2160000"/>
            <a:chOff x="1165608" y="2349000"/>
            <a:chExt cx="2430000" cy="2160000"/>
          </a:xfrm>
          <a:gradFill>
            <a:gsLst>
              <a:gs pos="84418">
                <a:srgbClr val="0000FF"/>
              </a:gs>
              <a:gs pos="70656">
                <a:srgbClr val="00FFFF"/>
              </a:gs>
              <a:gs pos="53200">
                <a:srgbClr val="00FF00"/>
              </a:gs>
              <a:gs pos="29000">
                <a:srgbClr val="FFFF00"/>
              </a:gs>
              <a:gs pos="0">
                <a:srgbClr val="FF0000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grpSpPr>
        <p:sp>
          <p:nvSpPr>
            <p:cNvPr id="3" name="Freeform: Shape 2">
              <a:extLst>
                <a:ext uri="{FF2B5EF4-FFF2-40B4-BE49-F238E27FC236}">
                  <a16:creationId xmlns:a16="http://schemas.microsoft.com/office/drawing/2014/main" id="{E2B24EE3-9981-9EA5-9104-23C16F58C441}"/>
                </a:ext>
              </a:extLst>
            </p:cNvPr>
            <p:cNvSpPr/>
            <p:nvPr/>
          </p:nvSpPr>
          <p:spPr>
            <a:xfrm>
              <a:off x="1435608" y="2349000"/>
              <a:ext cx="1440000" cy="2160000"/>
            </a:xfrm>
            <a:custGeom>
              <a:avLst/>
              <a:gdLst>
                <a:gd name="connsiteX0" fmla="*/ 360000 w 1440000"/>
                <a:gd name="connsiteY0" fmla="*/ 0 h 2160000"/>
                <a:gd name="connsiteX1" fmla="*/ 360000 w 1440000"/>
                <a:gd name="connsiteY1" fmla="*/ 1440000 h 2160000"/>
                <a:gd name="connsiteX2" fmla="*/ 720000 w 1440000"/>
                <a:gd name="connsiteY2" fmla="*/ 1800000 h 2160000"/>
                <a:gd name="connsiteX3" fmla="*/ 1440000 w 1440000"/>
                <a:gd name="connsiteY3" fmla="*/ 1800000 h 2160000"/>
                <a:gd name="connsiteX4" fmla="*/ 1080000 w 1440000"/>
                <a:gd name="connsiteY4" fmla="*/ 2160000 h 2160000"/>
                <a:gd name="connsiteX5" fmla="*/ 360000 w 1440000"/>
                <a:gd name="connsiteY5" fmla="*/ 2160000 h 2160000"/>
                <a:gd name="connsiteX6" fmla="*/ 0 w 1440000"/>
                <a:gd name="connsiteY6" fmla="*/ 1800000 h 2160000"/>
                <a:gd name="connsiteX7" fmla="*/ 0 w 1440000"/>
                <a:gd name="connsiteY7" fmla="*/ 360000 h 216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40000" h="2160000">
                  <a:moveTo>
                    <a:pt x="360000" y="0"/>
                  </a:moveTo>
                  <a:lnTo>
                    <a:pt x="360000" y="1440000"/>
                  </a:lnTo>
                  <a:lnTo>
                    <a:pt x="720000" y="1800000"/>
                  </a:lnTo>
                  <a:lnTo>
                    <a:pt x="1440000" y="1800000"/>
                  </a:lnTo>
                  <a:lnTo>
                    <a:pt x="1080000" y="2160000"/>
                  </a:lnTo>
                  <a:lnTo>
                    <a:pt x="360000" y="2160000"/>
                  </a:lnTo>
                  <a:lnTo>
                    <a:pt x="0" y="1800000"/>
                  </a:lnTo>
                  <a:lnTo>
                    <a:pt x="0" y="36000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PH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38956550-C695-5FD3-8A04-87D83E33CD53}"/>
                </a:ext>
              </a:extLst>
            </p:cNvPr>
            <p:cNvSpPr/>
            <p:nvPr/>
          </p:nvSpPr>
          <p:spPr>
            <a:xfrm flipH="1" flipV="1">
              <a:off x="2155608" y="2349000"/>
              <a:ext cx="1440000" cy="2160000"/>
            </a:xfrm>
            <a:custGeom>
              <a:avLst/>
              <a:gdLst>
                <a:gd name="connsiteX0" fmla="*/ 360000 w 1440000"/>
                <a:gd name="connsiteY0" fmla="*/ 0 h 2160000"/>
                <a:gd name="connsiteX1" fmla="*/ 360000 w 1440000"/>
                <a:gd name="connsiteY1" fmla="*/ 1440000 h 2160000"/>
                <a:gd name="connsiteX2" fmla="*/ 720000 w 1440000"/>
                <a:gd name="connsiteY2" fmla="*/ 1800000 h 2160000"/>
                <a:gd name="connsiteX3" fmla="*/ 1440000 w 1440000"/>
                <a:gd name="connsiteY3" fmla="*/ 1800000 h 2160000"/>
                <a:gd name="connsiteX4" fmla="*/ 1080000 w 1440000"/>
                <a:gd name="connsiteY4" fmla="*/ 2160000 h 2160000"/>
                <a:gd name="connsiteX5" fmla="*/ 360000 w 1440000"/>
                <a:gd name="connsiteY5" fmla="*/ 2160000 h 2160000"/>
                <a:gd name="connsiteX6" fmla="*/ 0 w 1440000"/>
                <a:gd name="connsiteY6" fmla="*/ 1800000 h 2160000"/>
                <a:gd name="connsiteX7" fmla="*/ 0 w 1440000"/>
                <a:gd name="connsiteY7" fmla="*/ 360000 h 216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40000" h="2160000">
                  <a:moveTo>
                    <a:pt x="360000" y="0"/>
                  </a:moveTo>
                  <a:lnTo>
                    <a:pt x="360000" y="1440000"/>
                  </a:lnTo>
                  <a:lnTo>
                    <a:pt x="720000" y="1800000"/>
                  </a:lnTo>
                  <a:lnTo>
                    <a:pt x="1440000" y="1800000"/>
                  </a:lnTo>
                  <a:lnTo>
                    <a:pt x="1080000" y="2160000"/>
                  </a:lnTo>
                  <a:lnTo>
                    <a:pt x="360000" y="2160000"/>
                  </a:lnTo>
                  <a:lnTo>
                    <a:pt x="0" y="1800000"/>
                  </a:lnTo>
                  <a:lnTo>
                    <a:pt x="0" y="36000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PH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BE7DE1F8-FAE6-6C1F-8864-87B36FAB69DE}"/>
                </a:ext>
              </a:extLst>
            </p:cNvPr>
            <p:cNvSpPr/>
            <p:nvPr/>
          </p:nvSpPr>
          <p:spPr>
            <a:xfrm>
              <a:off x="1975608" y="2889000"/>
              <a:ext cx="1080000" cy="1080000"/>
            </a:xfrm>
            <a:custGeom>
              <a:avLst/>
              <a:gdLst>
                <a:gd name="connsiteX0" fmla="*/ 354744 w 1080000"/>
                <a:gd name="connsiteY0" fmla="*/ 360000 h 1080000"/>
                <a:gd name="connsiteX1" fmla="*/ 354744 w 1080000"/>
                <a:gd name="connsiteY1" fmla="*/ 720000 h 1080000"/>
                <a:gd name="connsiteX2" fmla="*/ 714744 w 1080000"/>
                <a:gd name="connsiteY2" fmla="*/ 720000 h 1080000"/>
                <a:gd name="connsiteX3" fmla="*/ 714744 w 1080000"/>
                <a:gd name="connsiteY3" fmla="*/ 360000 h 1080000"/>
                <a:gd name="connsiteX4" fmla="*/ 0 w 1080000"/>
                <a:gd name="connsiteY4" fmla="*/ 0 h 1080000"/>
                <a:gd name="connsiteX5" fmla="*/ 720000 w 1080000"/>
                <a:gd name="connsiteY5" fmla="*/ 0 h 1080000"/>
                <a:gd name="connsiteX6" fmla="*/ 1080000 w 1080000"/>
                <a:gd name="connsiteY6" fmla="*/ 360000 h 1080000"/>
                <a:gd name="connsiteX7" fmla="*/ 1080000 w 1080000"/>
                <a:gd name="connsiteY7" fmla="*/ 1080000 h 1080000"/>
                <a:gd name="connsiteX8" fmla="*/ 360000 w 1080000"/>
                <a:gd name="connsiteY8" fmla="*/ 1080000 h 1080000"/>
                <a:gd name="connsiteX9" fmla="*/ 0 w 1080000"/>
                <a:gd name="connsiteY9" fmla="*/ 720000 h 108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80000" h="1080000">
                  <a:moveTo>
                    <a:pt x="354744" y="360000"/>
                  </a:moveTo>
                  <a:lnTo>
                    <a:pt x="354744" y="720000"/>
                  </a:lnTo>
                  <a:lnTo>
                    <a:pt x="714744" y="720000"/>
                  </a:lnTo>
                  <a:lnTo>
                    <a:pt x="714744" y="360000"/>
                  </a:lnTo>
                  <a:close/>
                  <a:moveTo>
                    <a:pt x="0" y="0"/>
                  </a:moveTo>
                  <a:lnTo>
                    <a:pt x="720000" y="0"/>
                  </a:lnTo>
                  <a:lnTo>
                    <a:pt x="1080000" y="360000"/>
                  </a:lnTo>
                  <a:lnTo>
                    <a:pt x="1080000" y="1080000"/>
                  </a:lnTo>
                  <a:lnTo>
                    <a:pt x="360000" y="1080000"/>
                  </a:lnTo>
                  <a:lnTo>
                    <a:pt x="0" y="72000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PH"/>
            </a:p>
          </p:txBody>
        </p:sp>
        <p:sp>
          <p:nvSpPr>
            <p:cNvPr id="2" name="Freeform: Shape 1">
              <a:extLst>
                <a:ext uri="{FF2B5EF4-FFF2-40B4-BE49-F238E27FC236}">
                  <a16:creationId xmlns:a16="http://schemas.microsoft.com/office/drawing/2014/main" id="{FCB20489-0516-3CBE-0AB7-1A04577F6801}"/>
                </a:ext>
              </a:extLst>
            </p:cNvPr>
            <p:cNvSpPr/>
            <p:nvPr/>
          </p:nvSpPr>
          <p:spPr>
            <a:xfrm>
              <a:off x="1165608" y="2979000"/>
              <a:ext cx="1350000" cy="900000"/>
            </a:xfrm>
            <a:custGeom>
              <a:avLst/>
              <a:gdLst>
                <a:gd name="connsiteX0" fmla="*/ 450000 w 1350000"/>
                <a:gd name="connsiteY0" fmla="*/ 0 h 900000"/>
                <a:gd name="connsiteX1" fmla="*/ 525019 w 1350000"/>
                <a:gd name="connsiteY1" fmla="*/ 300076 h 900000"/>
                <a:gd name="connsiteX2" fmla="*/ 712278 w 1350000"/>
                <a:gd name="connsiteY2" fmla="*/ 187721 h 900000"/>
                <a:gd name="connsiteX3" fmla="*/ 581911 w 1350000"/>
                <a:gd name="connsiteY3" fmla="*/ 405000 h 900000"/>
                <a:gd name="connsiteX4" fmla="*/ 1350000 w 1350000"/>
                <a:gd name="connsiteY4" fmla="*/ 405000 h 900000"/>
                <a:gd name="connsiteX5" fmla="*/ 1350000 w 1350000"/>
                <a:gd name="connsiteY5" fmla="*/ 495000 h 900000"/>
                <a:gd name="connsiteX6" fmla="*/ 586140 w 1350000"/>
                <a:gd name="connsiteY6" fmla="*/ 495000 h 900000"/>
                <a:gd name="connsiteX7" fmla="*/ 716507 w 1350000"/>
                <a:gd name="connsiteY7" fmla="*/ 712279 h 900000"/>
                <a:gd name="connsiteX8" fmla="*/ 525571 w 1350000"/>
                <a:gd name="connsiteY8" fmla="*/ 597718 h 900000"/>
                <a:gd name="connsiteX9" fmla="*/ 450000 w 1350000"/>
                <a:gd name="connsiteY9" fmla="*/ 900000 h 900000"/>
                <a:gd name="connsiteX10" fmla="*/ 374981 w 1350000"/>
                <a:gd name="connsiteY10" fmla="*/ 599924 h 900000"/>
                <a:gd name="connsiteX11" fmla="*/ 187722 w 1350000"/>
                <a:gd name="connsiteY11" fmla="*/ 712279 h 900000"/>
                <a:gd name="connsiteX12" fmla="*/ 300078 w 1350000"/>
                <a:gd name="connsiteY12" fmla="*/ 525020 h 900000"/>
                <a:gd name="connsiteX13" fmla="*/ 0 w 1350000"/>
                <a:gd name="connsiteY13" fmla="*/ 450000 h 900000"/>
                <a:gd name="connsiteX14" fmla="*/ 298975 w 1350000"/>
                <a:gd name="connsiteY14" fmla="*/ 375256 h 900000"/>
                <a:gd name="connsiteX15" fmla="*/ 186455 w 1350000"/>
                <a:gd name="connsiteY15" fmla="*/ 187722 h 900000"/>
                <a:gd name="connsiteX16" fmla="*/ 374815 w 1350000"/>
                <a:gd name="connsiteY16" fmla="*/ 300738 h 90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50000" h="900000">
                  <a:moveTo>
                    <a:pt x="450000" y="0"/>
                  </a:moveTo>
                  <a:lnTo>
                    <a:pt x="525019" y="300076"/>
                  </a:lnTo>
                  <a:lnTo>
                    <a:pt x="712278" y="187721"/>
                  </a:lnTo>
                  <a:lnTo>
                    <a:pt x="581911" y="405000"/>
                  </a:lnTo>
                  <a:lnTo>
                    <a:pt x="1350000" y="405000"/>
                  </a:lnTo>
                  <a:lnTo>
                    <a:pt x="1350000" y="495000"/>
                  </a:lnTo>
                  <a:lnTo>
                    <a:pt x="586140" y="495000"/>
                  </a:lnTo>
                  <a:lnTo>
                    <a:pt x="716507" y="712279"/>
                  </a:lnTo>
                  <a:lnTo>
                    <a:pt x="525571" y="597718"/>
                  </a:lnTo>
                  <a:lnTo>
                    <a:pt x="450000" y="900000"/>
                  </a:lnTo>
                  <a:lnTo>
                    <a:pt x="374981" y="599924"/>
                  </a:lnTo>
                  <a:lnTo>
                    <a:pt x="187722" y="712279"/>
                  </a:lnTo>
                  <a:lnTo>
                    <a:pt x="300078" y="525020"/>
                  </a:lnTo>
                  <a:lnTo>
                    <a:pt x="0" y="450000"/>
                  </a:lnTo>
                  <a:lnTo>
                    <a:pt x="298975" y="375256"/>
                  </a:lnTo>
                  <a:lnTo>
                    <a:pt x="186455" y="187722"/>
                  </a:lnTo>
                  <a:lnTo>
                    <a:pt x="374815" y="300738"/>
                  </a:lnTo>
                  <a:close/>
                </a:path>
              </a:pathLst>
            </a:custGeom>
            <a:grpFill/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PH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BA31B603-1B97-703A-F555-754F82CB116D}"/>
                </a:ext>
              </a:extLst>
            </p:cNvPr>
            <p:cNvSpPr/>
            <p:nvPr/>
          </p:nvSpPr>
          <p:spPr>
            <a:xfrm>
              <a:off x="1165608" y="2979000"/>
              <a:ext cx="1440000" cy="900000"/>
            </a:xfrm>
            <a:custGeom>
              <a:avLst/>
              <a:gdLst>
                <a:gd name="connsiteX0" fmla="*/ 450000 w 1440000"/>
                <a:gd name="connsiteY0" fmla="*/ 0 h 900000"/>
                <a:gd name="connsiteX1" fmla="*/ 525019 w 1440000"/>
                <a:gd name="connsiteY1" fmla="*/ 300076 h 900000"/>
                <a:gd name="connsiteX2" fmla="*/ 712278 w 1440000"/>
                <a:gd name="connsiteY2" fmla="*/ 187721 h 900000"/>
                <a:gd name="connsiteX3" fmla="*/ 581911 w 1440000"/>
                <a:gd name="connsiteY3" fmla="*/ 405000 h 900000"/>
                <a:gd name="connsiteX4" fmla="*/ 1350000 w 1440000"/>
                <a:gd name="connsiteY4" fmla="*/ 405000 h 900000"/>
                <a:gd name="connsiteX5" fmla="*/ 1440000 w 1440000"/>
                <a:gd name="connsiteY5" fmla="*/ 450000 h 900000"/>
                <a:gd name="connsiteX6" fmla="*/ 1350000 w 1440000"/>
                <a:gd name="connsiteY6" fmla="*/ 495000 h 900000"/>
                <a:gd name="connsiteX7" fmla="*/ 586140 w 1440000"/>
                <a:gd name="connsiteY7" fmla="*/ 495000 h 900000"/>
                <a:gd name="connsiteX8" fmla="*/ 716507 w 1440000"/>
                <a:gd name="connsiteY8" fmla="*/ 712279 h 900000"/>
                <a:gd name="connsiteX9" fmla="*/ 525571 w 1440000"/>
                <a:gd name="connsiteY9" fmla="*/ 597718 h 900000"/>
                <a:gd name="connsiteX10" fmla="*/ 450000 w 1440000"/>
                <a:gd name="connsiteY10" fmla="*/ 900000 h 900000"/>
                <a:gd name="connsiteX11" fmla="*/ 374981 w 1440000"/>
                <a:gd name="connsiteY11" fmla="*/ 599924 h 900000"/>
                <a:gd name="connsiteX12" fmla="*/ 187722 w 1440000"/>
                <a:gd name="connsiteY12" fmla="*/ 712279 h 900000"/>
                <a:gd name="connsiteX13" fmla="*/ 300078 w 1440000"/>
                <a:gd name="connsiteY13" fmla="*/ 525020 h 900000"/>
                <a:gd name="connsiteX14" fmla="*/ 0 w 1440000"/>
                <a:gd name="connsiteY14" fmla="*/ 450000 h 900000"/>
                <a:gd name="connsiteX15" fmla="*/ 298975 w 1440000"/>
                <a:gd name="connsiteY15" fmla="*/ 375256 h 900000"/>
                <a:gd name="connsiteX16" fmla="*/ 186455 w 1440000"/>
                <a:gd name="connsiteY16" fmla="*/ 187722 h 900000"/>
                <a:gd name="connsiteX17" fmla="*/ 374815 w 1440000"/>
                <a:gd name="connsiteY17" fmla="*/ 300738 h 90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40000" h="900000">
                  <a:moveTo>
                    <a:pt x="450000" y="0"/>
                  </a:moveTo>
                  <a:lnTo>
                    <a:pt x="525019" y="300076"/>
                  </a:lnTo>
                  <a:lnTo>
                    <a:pt x="712278" y="187721"/>
                  </a:lnTo>
                  <a:lnTo>
                    <a:pt x="581911" y="405000"/>
                  </a:lnTo>
                  <a:lnTo>
                    <a:pt x="1350000" y="405000"/>
                  </a:lnTo>
                  <a:lnTo>
                    <a:pt x="1440000" y="450000"/>
                  </a:lnTo>
                  <a:lnTo>
                    <a:pt x="1350000" y="495000"/>
                  </a:lnTo>
                  <a:lnTo>
                    <a:pt x="586140" y="495000"/>
                  </a:lnTo>
                  <a:lnTo>
                    <a:pt x="716507" y="712279"/>
                  </a:lnTo>
                  <a:lnTo>
                    <a:pt x="525571" y="597718"/>
                  </a:lnTo>
                  <a:lnTo>
                    <a:pt x="450000" y="900000"/>
                  </a:lnTo>
                  <a:lnTo>
                    <a:pt x="374981" y="599924"/>
                  </a:lnTo>
                  <a:lnTo>
                    <a:pt x="187722" y="712279"/>
                  </a:lnTo>
                  <a:lnTo>
                    <a:pt x="300078" y="525020"/>
                  </a:lnTo>
                  <a:lnTo>
                    <a:pt x="0" y="450000"/>
                  </a:lnTo>
                  <a:lnTo>
                    <a:pt x="298975" y="375256"/>
                  </a:lnTo>
                  <a:lnTo>
                    <a:pt x="186455" y="187722"/>
                  </a:lnTo>
                  <a:lnTo>
                    <a:pt x="374815" y="300738"/>
                  </a:lnTo>
                  <a:close/>
                </a:path>
              </a:pathLst>
            </a:custGeom>
            <a:grpFill/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PH"/>
            </a:p>
          </p:txBody>
        </p:sp>
      </p:grpSp>
    </p:spTree>
    <p:extLst>
      <p:ext uri="{BB962C8B-B14F-4D97-AF65-F5344CB8AC3E}">
        <p14:creationId xmlns:p14="http://schemas.microsoft.com/office/powerpoint/2010/main" val="32929813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626262-F1E9-A2C8-EE12-8093CD9B94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9B1E4DC-7033-2EB6-9E0C-DF22EE975CAB}"/>
              </a:ext>
            </a:extLst>
          </p:cNvPr>
          <p:cNvSpPr/>
          <p:nvPr/>
        </p:nvSpPr>
        <p:spPr>
          <a:xfrm>
            <a:off x="1075608" y="1989000"/>
            <a:ext cx="2880000" cy="28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938E62F2-D619-D925-83EF-20360B917970}"/>
              </a:ext>
            </a:extLst>
          </p:cNvPr>
          <p:cNvGrpSpPr/>
          <p:nvPr/>
        </p:nvGrpSpPr>
        <p:grpSpPr>
          <a:xfrm>
            <a:off x="1165608" y="2349000"/>
            <a:ext cx="2430000" cy="2160000"/>
            <a:chOff x="1165608" y="2349000"/>
            <a:chExt cx="2430000" cy="2160000"/>
          </a:xfrm>
          <a:solidFill>
            <a:srgbClr val="FF0000"/>
          </a:solidFill>
        </p:grpSpPr>
        <p:sp>
          <p:nvSpPr>
            <p:cNvPr id="3" name="Freeform: Shape 2">
              <a:extLst>
                <a:ext uri="{FF2B5EF4-FFF2-40B4-BE49-F238E27FC236}">
                  <a16:creationId xmlns:a16="http://schemas.microsoft.com/office/drawing/2014/main" id="{D414C434-8949-B130-106C-B5970121B761}"/>
                </a:ext>
              </a:extLst>
            </p:cNvPr>
            <p:cNvSpPr/>
            <p:nvPr/>
          </p:nvSpPr>
          <p:spPr>
            <a:xfrm>
              <a:off x="1435608" y="2349000"/>
              <a:ext cx="1440000" cy="2160000"/>
            </a:xfrm>
            <a:custGeom>
              <a:avLst/>
              <a:gdLst>
                <a:gd name="connsiteX0" fmla="*/ 360000 w 1440000"/>
                <a:gd name="connsiteY0" fmla="*/ 0 h 2160000"/>
                <a:gd name="connsiteX1" fmla="*/ 360000 w 1440000"/>
                <a:gd name="connsiteY1" fmla="*/ 1440000 h 2160000"/>
                <a:gd name="connsiteX2" fmla="*/ 720000 w 1440000"/>
                <a:gd name="connsiteY2" fmla="*/ 1800000 h 2160000"/>
                <a:gd name="connsiteX3" fmla="*/ 1440000 w 1440000"/>
                <a:gd name="connsiteY3" fmla="*/ 1800000 h 2160000"/>
                <a:gd name="connsiteX4" fmla="*/ 1080000 w 1440000"/>
                <a:gd name="connsiteY4" fmla="*/ 2160000 h 2160000"/>
                <a:gd name="connsiteX5" fmla="*/ 360000 w 1440000"/>
                <a:gd name="connsiteY5" fmla="*/ 2160000 h 2160000"/>
                <a:gd name="connsiteX6" fmla="*/ 0 w 1440000"/>
                <a:gd name="connsiteY6" fmla="*/ 1800000 h 2160000"/>
                <a:gd name="connsiteX7" fmla="*/ 0 w 1440000"/>
                <a:gd name="connsiteY7" fmla="*/ 360000 h 216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40000" h="2160000">
                  <a:moveTo>
                    <a:pt x="360000" y="0"/>
                  </a:moveTo>
                  <a:lnTo>
                    <a:pt x="360000" y="1440000"/>
                  </a:lnTo>
                  <a:lnTo>
                    <a:pt x="720000" y="1800000"/>
                  </a:lnTo>
                  <a:lnTo>
                    <a:pt x="1440000" y="1800000"/>
                  </a:lnTo>
                  <a:lnTo>
                    <a:pt x="1080000" y="2160000"/>
                  </a:lnTo>
                  <a:lnTo>
                    <a:pt x="360000" y="2160000"/>
                  </a:lnTo>
                  <a:lnTo>
                    <a:pt x="0" y="1800000"/>
                  </a:lnTo>
                  <a:lnTo>
                    <a:pt x="0" y="36000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PH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3D962D8F-58F8-D83E-DE45-8EE1498EC683}"/>
                </a:ext>
              </a:extLst>
            </p:cNvPr>
            <p:cNvSpPr/>
            <p:nvPr/>
          </p:nvSpPr>
          <p:spPr>
            <a:xfrm flipH="1" flipV="1">
              <a:off x="2155608" y="2349000"/>
              <a:ext cx="1440000" cy="2160000"/>
            </a:xfrm>
            <a:custGeom>
              <a:avLst/>
              <a:gdLst>
                <a:gd name="connsiteX0" fmla="*/ 360000 w 1440000"/>
                <a:gd name="connsiteY0" fmla="*/ 0 h 2160000"/>
                <a:gd name="connsiteX1" fmla="*/ 360000 w 1440000"/>
                <a:gd name="connsiteY1" fmla="*/ 1440000 h 2160000"/>
                <a:gd name="connsiteX2" fmla="*/ 720000 w 1440000"/>
                <a:gd name="connsiteY2" fmla="*/ 1800000 h 2160000"/>
                <a:gd name="connsiteX3" fmla="*/ 1440000 w 1440000"/>
                <a:gd name="connsiteY3" fmla="*/ 1800000 h 2160000"/>
                <a:gd name="connsiteX4" fmla="*/ 1080000 w 1440000"/>
                <a:gd name="connsiteY4" fmla="*/ 2160000 h 2160000"/>
                <a:gd name="connsiteX5" fmla="*/ 360000 w 1440000"/>
                <a:gd name="connsiteY5" fmla="*/ 2160000 h 2160000"/>
                <a:gd name="connsiteX6" fmla="*/ 0 w 1440000"/>
                <a:gd name="connsiteY6" fmla="*/ 1800000 h 2160000"/>
                <a:gd name="connsiteX7" fmla="*/ 0 w 1440000"/>
                <a:gd name="connsiteY7" fmla="*/ 360000 h 216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40000" h="2160000">
                  <a:moveTo>
                    <a:pt x="360000" y="0"/>
                  </a:moveTo>
                  <a:lnTo>
                    <a:pt x="360000" y="1440000"/>
                  </a:lnTo>
                  <a:lnTo>
                    <a:pt x="720000" y="1800000"/>
                  </a:lnTo>
                  <a:lnTo>
                    <a:pt x="1440000" y="1800000"/>
                  </a:lnTo>
                  <a:lnTo>
                    <a:pt x="1080000" y="2160000"/>
                  </a:lnTo>
                  <a:lnTo>
                    <a:pt x="360000" y="2160000"/>
                  </a:lnTo>
                  <a:lnTo>
                    <a:pt x="0" y="1800000"/>
                  </a:lnTo>
                  <a:lnTo>
                    <a:pt x="0" y="36000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PH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C98FFD72-9992-DCE4-9AD8-1E04C7A7146E}"/>
                </a:ext>
              </a:extLst>
            </p:cNvPr>
            <p:cNvSpPr/>
            <p:nvPr/>
          </p:nvSpPr>
          <p:spPr>
            <a:xfrm>
              <a:off x="1975608" y="2889000"/>
              <a:ext cx="1080000" cy="1080000"/>
            </a:xfrm>
            <a:custGeom>
              <a:avLst/>
              <a:gdLst>
                <a:gd name="connsiteX0" fmla="*/ 354744 w 1080000"/>
                <a:gd name="connsiteY0" fmla="*/ 360000 h 1080000"/>
                <a:gd name="connsiteX1" fmla="*/ 354744 w 1080000"/>
                <a:gd name="connsiteY1" fmla="*/ 720000 h 1080000"/>
                <a:gd name="connsiteX2" fmla="*/ 714744 w 1080000"/>
                <a:gd name="connsiteY2" fmla="*/ 720000 h 1080000"/>
                <a:gd name="connsiteX3" fmla="*/ 714744 w 1080000"/>
                <a:gd name="connsiteY3" fmla="*/ 360000 h 1080000"/>
                <a:gd name="connsiteX4" fmla="*/ 0 w 1080000"/>
                <a:gd name="connsiteY4" fmla="*/ 0 h 1080000"/>
                <a:gd name="connsiteX5" fmla="*/ 720000 w 1080000"/>
                <a:gd name="connsiteY5" fmla="*/ 0 h 1080000"/>
                <a:gd name="connsiteX6" fmla="*/ 1080000 w 1080000"/>
                <a:gd name="connsiteY6" fmla="*/ 360000 h 1080000"/>
                <a:gd name="connsiteX7" fmla="*/ 1080000 w 1080000"/>
                <a:gd name="connsiteY7" fmla="*/ 1080000 h 1080000"/>
                <a:gd name="connsiteX8" fmla="*/ 360000 w 1080000"/>
                <a:gd name="connsiteY8" fmla="*/ 1080000 h 1080000"/>
                <a:gd name="connsiteX9" fmla="*/ 0 w 1080000"/>
                <a:gd name="connsiteY9" fmla="*/ 720000 h 108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80000" h="1080000">
                  <a:moveTo>
                    <a:pt x="354744" y="360000"/>
                  </a:moveTo>
                  <a:lnTo>
                    <a:pt x="354744" y="720000"/>
                  </a:lnTo>
                  <a:lnTo>
                    <a:pt x="714744" y="720000"/>
                  </a:lnTo>
                  <a:lnTo>
                    <a:pt x="714744" y="360000"/>
                  </a:lnTo>
                  <a:close/>
                  <a:moveTo>
                    <a:pt x="0" y="0"/>
                  </a:moveTo>
                  <a:lnTo>
                    <a:pt x="720000" y="0"/>
                  </a:lnTo>
                  <a:lnTo>
                    <a:pt x="1080000" y="360000"/>
                  </a:lnTo>
                  <a:lnTo>
                    <a:pt x="1080000" y="1080000"/>
                  </a:lnTo>
                  <a:lnTo>
                    <a:pt x="360000" y="1080000"/>
                  </a:lnTo>
                  <a:lnTo>
                    <a:pt x="0" y="72000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PH" dirty="0"/>
            </a:p>
          </p:txBody>
        </p:sp>
        <p:sp>
          <p:nvSpPr>
            <p:cNvPr id="2" name="Freeform: Shape 1">
              <a:extLst>
                <a:ext uri="{FF2B5EF4-FFF2-40B4-BE49-F238E27FC236}">
                  <a16:creationId xmlns:a16="http://schemas.microsoft.com/office/drawing/2014/main" id="{39AAB513-D10C-9523-4BB0-72DC0C6FCA41}"/>
                </a:ext>
              </a:extLst>
            </p:cNvPr>
            <p:cNvSpPr/>
            <p:nvPr/>
          </p:nvSpPr>
          <p:spPr>
            <a:xfrm>
              <a:off x="1165608" y="2979000"/>
              <a:ext cx="1350000" cy="900000"/>
            </a:xfrm>
            <a:custGeom>
              <a:avLst/>
              <a:gdLst>
                <a:gd name="connsiteX0" fmla="*/ 450000 w 1350000"/>
                <a:gd name="connsiteY0" fmla="*/ 0 h 900000"/>
                <a:gd name="connsiteX1" fmla="*/ 525019 w 1350000"/>
                <a:gd name="connsiteY1" fmla="*/ 300076 h 900000"/>
                <a:gd name="connsiteX2" fmla="*/ 712278 w 1350000"/>
                <a:gd name="connsiteY2" fmla="*/ 187721 h 900000"/>
                <a:gd name="connsiteX3" fmla="*/ 581911 w 1350000"/>
                <a:gd name="connsiteY3" fmla="*/ 405000 h 900000"/>
                <a:gd name="connsiteX4" fmla="*/ 1350000 w 1350000"/>
                <a:gd name="connsiteY4" fmla="*/ 405000 h 900000"/>
                <a:gd name="connsiteX5" fmla="*/ 1350000 w 1350000"/>
                <a:gd name="connsiteY5" fmla="*/ 495000 h 900000"/>
                <a:gd name="connsiteX6" fmla="*/ 586140 w 1350000"/>
                <a:gd name="connsiteY6" fmla="*/ 495000 h 900000"/>
                <a:gd name="connsiteX7" fmla="*/ 716507 w 1350000"/>
                <a:gd name="connsiteY7" fmla="*/ 712279 h 900000"/>
                <a:gd name="connsiteX8" fmla="*/ 525571 w 1350000"/>
                <a:gd name="connsiteY8" fmla="*/ 597718 h 900000"/>
                <a:gd name="connsiteX9" fmla="*/ 450000 w 1350000"/>
                <a:gd name="connsiteY9" fmla="*/ 900000 h 900000"/>
                <a:gd name="connsiteX10" fmla="*/ 374981 w 1350000"/>
                <a:gd name="connsiteY10" fmla="*/ 599924 h 900000"/>
                <a:gd name="connsiteX11" fmla="*/ 187722 w 1350000"/>
                <a:gd name="connsiteY11" fmla="*/ 712279 h 900000"/>
                <a:gd name="connsiteX12" fmla="*/ 300078 w 1350000"/>
                <a:gd name="connsiteY12" fmla="*/ 525020 h 900000"/>
                <a:gd name="connsiteX13" fmla="*/ 0 w 1350000"/>
                <a:gd name="connsiteY13" fmla="*/ 450000 h 900000"/>
                <a:gd name="connsiteX14" fmla="*/ 298975 w 1350000"/>
                <a:gd name="connsiteY14" fmla="*/ 375256 h 900000"/>
                <a:gd name="connsiteX15" fmla="*/ 186455 w 1350000"/>
                <a:gd name="connsiteY15" fmla="*/ 187722 h 900000"/>
                <a:gd name="connsiteX16" fmla="*/ 374815 w 1350000"/>
                <a:gd name="connsiteY16" fmla="*/ 300738 h 90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50000" h="900000">
                  <a:moveTo>
                    <a:pt x="450000" y="0"/>
                  </a:moveTo>
                  <a:lnTo>
                    <a:pt x="525019" y="300076"/>
                  </a:lnTo>
                  <a:lnTo>
                    <a:pt x="712278" y="187721"/>
                  </a:lnTo>
                  <a:lnTo>
                    <a:pt x="581911" y="405000"/>
                  </a:lnTo>
                  <a:lnTo>
                    <a:pt x="1350000" y="405000"/>
                  </a:lnTo>
                  <a:lnTo>
                    <a:pt x="1350000" y="495000"/>
                  </a:lnTo>
                  <a:lnTo>
                    <a:pt x="586140" y="495000"/>
                  </a:lnTo>
                  <a:lnTo>
                    <a:pt x="716507" y="712279"/>
                  </a:lnTo>
                  <a:lnTo>
                    <a:pt x="525571" y="597718"/>
                  </a:lnTo>
                  <a:lnTo>
                    <a:pt x="450000" y="900000"/>
                  </a:lnTo>
                  <a:lnTo>
                    <a:pt x="374981" y="599924"/>
                  </a:lnTo>
                  <a:lnTo>
                    <a:pt x="187722" y="712279"/>
                  </a:lnTo>
                  <a:lnTo>
                    <a:pt x="300078" y="525020"/>
                  </a:lnTo>
                  <a:lnTo>
                    <a:pt x="0" y="450000"/>
                  </a:lnTo>
                  <a:lnTo>
                    <a:pt x="298975" y="375256"/>
                  </a:lnTo>
                  <a:lnTo>
                    <a:pt x="186455" y="187722"/>
                  </a:lnTo>
                  <a:lnTo>
                    <a:pt x="374815" y="300738"/>
                  </a:lnTo>
                  <a:close/>
                </a:path>
              </a:pathLst>
            </a:custGeom>
            <a:grpFill/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PH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F7BC1936-F59C-DDC7-A759-3EBD87D6C93A}"/>
                </a:ext>
              </a:extLst>
            </p:cNvPr>
            <p:cNvSpPr/>
            <p:nvPr/>
          </p:nvSpPr>
          <p:spPr>
            <a:xfrm>
              <a:off x="1165608" y="2979000"/>
              <a:ext cx="1440000" cy="900000"/>
            </a:xfrm>
            <a:custGeom>
              <a:avLst/>
              <a:gdLst>
                <a:gd name="connsiteX0" fmla="*/ 450000 w 1440000"/>
                <a:gd name="connsiteY0" fmla="*/ 0 h 900000"/>
                <a:gd name="connsiteX1" fmla="*/ 525019 w 1440000"/>
                <a:gd name="connsiteY1" fmla="*/ 300076 h 900000"/>
                <a:gd name="connsiteX2" fmla="*/ 712278 w 1440000"/>
                <a:gd name="connsiteY2" fmla="*/ 187721 h 900000"/>
                <a:gd name="connsiteX3" fmla="*/ 581911 w 1440000"/>
                <a:gd name="connsiteY3" fmla="*/ 405000 h 900000"/>
                <a:gd name="connsiteX4" fmla="*/ 1350000 w 1440000"/>
                <a:gd name="connsiteY4" fmla="*/ 405000 h 900000"/>
                <a:gd name="connsiteX5" fmla="*/ 1440000 w 1440000"/>
                <a:gd name="connsiteY5" fmla="*/ 450000 h 900000"/>
                <a:gd name="connsiteX6" fmla="*/ 1350000 w 1440000"/>
                <a:gd name="connsiteY6" fmla="*/ 495000 h 900000"/>
                <a:gd name="connsiteX7" fmla="*/ 586140 w 1440000"/>
                <a:gd name="connsiteY7" fmla="*/ 495000 h 900000"/>
                <a:gd name="connsiteX8" fmla="*/ 716507 w 1440000"/>
                <a:gd name="connsiteY8" fmla="*/ 712279 h 900000"/>
                <a:gd name="connsiteX9" fmla="*/ 525571 w 1440000"/>
                <a:gd name="connsiteY9" fmla="*/ 597718 h 900000"/>
                <a:gd name="connsiteX10" fmla="*/ 450000 w 1440000"/>
                <a:gd name="connsiteY10" fmla="*/ 900000 h 900000"/>
                <a:gd name="connsiteX11" fmla="*/ 374981 w 1440000"/>
                <a:gd name="connsiteY11" fmla="*/ 599924 h 900000"/>
                <a:gd name="connsiteX12" fmla="*/ 187722 w 1440000"/>
                <a:gd name="connsiteY12" fmla="*/ 712279 h 900000"/>
                <a:gd name="connsiteX13" fmla="*/ 300078 w 1440000"/>
                <a:gd name="connsiteY13" fmla="*/ 525020 h 900000"/>
                <a:gd name="connsiteX14" fmla="*/ 0 w 1440000"/>
                <a:gd name="connsiteY14" fmla="*/ 450000 h 900000"/>
                <a:gd name="connsiteX15" fmla="*/ 298975 w 1440000"/>
                <a:gd name="connsiteY15" fmla="*/ 375256 h 900000"/>
                <a:gd name="connsiteX16" fmla="*/ 186455 w 1440000"/>
                <a:gd name="connsiteY16" fmla="*/ 187722 h 900000"/>
                <a:gd name="connsiteX17" fmla="*/ 374815 w 1440000"/>
                <a:gd name="connsiteY17" fmla="*/ 300738 h 90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40000" h="900000">
                  <a:moveTo>
                    <a:pt x="450000" y="0"/>
                  </a:moveTo>
                  <a:lnTo>
                    <a:pt x="525019" y="300076"/>
                  </a:lnTo>
                  <a:lnTo>
                    <a:pt x="712278" y="187721"/>
                  </a:lnTo>
                  <a:lnTo>
                    <a:pt x="581911" y="405000"/>
                  </a:lnTo>
                  <a:lnTo>
                    <a:pt x="1350000" y="405000"/>
                  </a:lnTo>
                  <a:lnTo>
                    <a:pt x="1440000" y="450000"/>
                  </a:lnTo>
                  <a:lnTo>
                    <a:pt x="1350000" y="495000"/>
                  </a:lnTo>
                  <a:lnTo>
                    <a:pt x="586140" y="495000"/>
                  </a:lnTo>
                  <a:lnTo>
                    <a:pt x="716507" y="712279"/>
                  </a:lnTo>
                  <a:lnTo>
                    <a:pt x="525571" y="597718"/>
                  </a:lnTo>
                  <a:lnTo>
                    <a:pt x="450000" y="900000"/>
                  </a:lnTo>
                  <a:lnTo>
                    <a:pt x="374981" y="599924"/>
                  </a:lnTo>
                  <a:lnTo>
                    <a:pt x="187722" y="712279"/>
                  </a:lnTo>
                  <a:lnTo>
                    <a:pt x="300078" y="525020"/>
                  </a:lnTo>
                  <a:lnTo>
                    <a:pt x="0" y="450000"/>
                  </a:lnTo>
                  <a:lnTo>
                    <a:pt x="298975" y="375256"/>
                  </a:lnTo>
                  <a:lnTo>
                    <a:pt x="186455" y="187722"/>
                  </a:lnTo>
                  <a:lnTo>
                    <a:pt x="374815" y="300738"/>
                  </a:lnTo>
                  <a:close/>
                </a:path>
              </a:pathLst>
            </a:custGeom>
            <a:solidFill>
              <a:schemeClr val="bg1"/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PH"/>
            </a:p>
          </p:txBody>
        </p:sp>
      </p:grpSp>
    </p:spTree>
    <p:extLst>
      <p:ext uri="{BB962C8B-B14F-4D97-AF65-F5344CB8AC3E}">
        <p14:creationId xmlns:p14="http://schemas.microsoft.com/office/powerpoint/2010/main" val="23359891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8C56AE-03BF-2F06-B2CF-17138C645B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8925D7ED-389B-0A40-2628-68C05BBAD48D}"/>
              </a:ext>
            </a:extLst>
          </p:cNvPr>
          <p:cNvSpPr/>
          <p:nvPr/>
        </p:nvSpPr>
        <p:spPr>
          <a:xfrm>
            <a:off x="2515608" y="2349000"/>
            <a:ext cx="1440000" cy="2160000"/>
          </a:xfrm>
          <a:custGeom>
            <a:avLst/>
            <a:gdLst>
              <a:gd name="connsiteX0" fmla="*/ 360000 w 1440000"/>
              <a:gd name="connsiteY0" fmla="*/ 0 h 2160000"/>
              <a:gd name="connsiteX1" fmla="*/ 1080000 w 1440000"/>
              <a:gd name="connsiteY1" fmla="*/ 0 h 2160000"/>
              <a:gd name="connsiteX2" fmla="*/ 1440000 w 1440000"/>
              <a:gd name="connsiteY2" fmla="*/ 360000 h 2160000"/>
              <a:gd name="connsiteX3" fmla="*/ 1440000 w 1440000"/>
              <a:gd name="connsiteY3" fmla="*/ 2160000 h 2160000"/>
              <a:gd name="connsiteX4" fmla="*/ 1439998 w 1440000"/>
              <a:gd name="connsiteY4" fmla="*/ 2160000 h 2160000"/>
              <a:gd name="connsiteX5" fmla="*/ 1080000 w 1440000"/>
              <a:gd name="connsiteY5" fmla="*/ 1800002 h 2160000"/>
              <a:gd name="connsiteX6" fmla="*/ 1080000 w 1440000"/>
              <a:gd name="connsiteY6" fmla="*/ 720002 h 2160000"/>
              <a:gd name="connsiteX7" fmla="*/ 720000 w 1440000"/>
              <a:gd name="connsiteY7" fmla="*/ 360002 h 2160000"/>
              <a:gd name="connsiteX8" fmla="*/ 360001 w 1440000"/>
              <a:gd name="connsiteY8" fmla="*/ 720000 h 2160000"/>
              <a:gd name="connsiteX9" fmla="*/ 360001 w 1440000"/>
              <a:gd name="connsiteY9" fmla="*/ 1799999 h 2160000"/>
              <a:gd name="connsiteX10" fmla="*/ 0 w 1440000"/>
              <a:gd name="connsiteY10" fmla="*/ 2160000 h 2160000"/>
              <a:gd name="connsiteX11" fmla="*/ 0 w 1440000"/>
              <a:gd name="connsiteY11" fmla="*/ 360000 h 216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440000" h="2160000">
                <a:moveTo>
                  <a:pt x="360000" y="0"/>
                </a:moveTo>
                <a:lnTo>
                  <a:pt x="1080000" y="0"/>
                </a:lnTo>
                <a:lnTo>
                  <a:pt x="1440000" y="360000"/>
                </a:lnTo>
                <a:lnTo>
                  <a:pt x="1440000" y="2160000"/>
                </a:lnTo>
                <a:lnTo>
                  <a:pt x="1439998" y="2160000"/>
                </a:lnTo>
                <a:lnTo>
                  <a:pt x="1080000" y="1800002"/>
                </a:lnTo>
                <a:lnTo>
                  <a:pt x="1080000" y="720002"/>
                </a:lnTo>
                <a:lnTo>
                  <a:pt x="720000" y="360002"/>
                </a:lnTo>
                <a:lnTo>
                  <a:pt x="360001" y="720000"/>
                </a:lnTo>
                <a:lnTo>
                  <a:pt x="360001" y="1799999"/>
                </a:lnTo>
                <a:lnTo>
                  <a:pt x="0" y="2160000"/>
                </a:lnTo>
                <a:lnTo>
                  <a:pt x="0" y="360000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PH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E1EC8C8D-35B2-D3BA-F595-F788538CBECC}"/>
              </a:ext>
            </a:extLst>
          </p:cNvPr>
          <p:cNvSpPr/>
          <p:nvPr/>
        </p:nvSpPr>
        <p:spPr>
          <a:xfrm>
            <a:off x="1435608" y="2349000"/>
            <a:ext cx="1421946" cy="2160000"/>
          </a:xfrm>
          <a:custGeom>
            <a:avLst/>
            <a:gdLst>
              <a:gd name="connsiteX0" fmla="*/ 341946 w 1421946"/>
              <a:gd name="connsiteY0" fmla="*/ 0 h 2160000"/>
              <a:gd name="connsiteX1" fmla="*/ 360000 w 1421946"/>
              <a:gd name="connsiteY1" fmla="*/ 0 h 2160000"/>
              <a:gd name="connsiteX2" fmla="*/ 360000 w 1421946"/>
              <a:gd name="connsiteY2" fmla="*/ 1419933 h 2160000"/>
              <a:gd name="connsiteX3" fmla="*/ 701946 w 1421946"/>
              <a:gd name="connsiteY3" fmla="*/ 1800000 h 2160000"/>
              <a:gd name="connsiteX4" fmla="*/ 1421946 w 1421946"/>
              <a:gd name="connsiteY4" fmla="*/ 1800000 h 2160000"/>
              <a:gd name="connsiteX5" fmla="*/ 1098054 w 1421946"/>
              <a:gd name="connsiteY5" fmla="*/ 2160000 h 2160000"/>
              <a:gd name="connsiteX6" fmla="*/ 341946 w 1421946"/>
              <a:gd name="connsiteY6" fmla="*/ 2160000 h 2160000"/>
              <a:gd name="connsiteX7" fmla="*/ 0 w 1421946"/>
              <a:gd name="connsiteY7" fmla="*/ 1779933 h 2160000"/>
              <a:gd name="connsiteX8" fmla="*/ 0 w 1421946"/>
              <a:gd name="connsiteY8" fmla="*/ 380067 h 216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421946" h="2160000">
                <a:moveTo>
                  <a:pt x="341946" y="0"/>
                </a:moveTo>
                <a:lnTo>
                  <a:pt x="360000" y="0"/>
                </a:lnTo>
                <a:lnTo>
                  <a:pt x="360000" y="1419933"/>
                </a:lnTo>
                <a:lnTo>
                  <a:pt x="701946" y="1800000"/>
                </a:lnTo>
                <a:lnTo>
                  <a:pt x="1421946" y="1800000"/>
                </a:lnTo>
                <a:lnTo>
                  <a:pt x="1098054" y="2160000"/>
                </a:lnTo>
                <a:lnTo>
                  <a:pt x="341946" y="2160000"/>
                </a:lnTo>
                <a:lnTo>
                  <a:pt x="0" y="1779933"/>
                </a:lnTo>
                <a:lnTo>
                  <a:pt x="0" y="380067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PH"/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DDEA1D3E-893B-83D8-54A9-FFF22A5E3193}"/>
              </a:ext>
            </a:extLst>
          </p:cNvPr>
          <p:cNvSpPr/>
          <p:nvPr/>
        </p:nvSpPr>
        <p:spPr>
          <a:xfrm rot="5400000" flipV="1">
            <a:off x="3595611" y="2348997"/>
            <a:ext cx="2160000" cy="2160006"/>
          </a:xfrm>
          <a:custGeom>
            <a:avLst/>
            <a:gdLst>
              <a:gd name="connsiteX0" fmla="*/ 0 w 2160000"/>
              <a:gd name="connsiteY0" fmla="*/ 1080000 h 2160006"/>
              <a:gd name="connsiteX1" fmla="*/ 0 w 2160000"/>
              <a:gd name="connsiteY1" fmla="*/ 1800005 h 2160006"/>
              <a:gd name="connsiteX2" fmla="*/ 360000 w 2160000"/>
              <a:gd name="connsiteY2" fmla="*/ 2160005 h 2160006"/>
              <a:gd name="connsiteX3" fmla="*/ 360000 w 2160000"/>
              <a:gd name="connsiteY3" fmla="*/ 1458219 h 2160006"/>
              <a:gd name="connsiteX4" fmla="*/ 720004 w 2160000"/>
              <a:gd name="connsiteY4" fmla="*/ 1080002 h 2160006"/>
              <a:gd name="connsiteX5" fmla="*/ 900000 w 2160000"/>
              <a:gd name="connsiteY5" fmla="*/ 1080002 h 2160006"/>
              <a:gd name="connsiteX6" fmla="*/ 900000 w 2160000"/>
              <a:gd name="connsiteY6" fmla="*/ 2160006 h 2160006"/>
              <a:gd name="connsiteX7" fmla="*/ 1800001 w 2160000"/>
              <a:gd name="connsiteY7" fmla="*/ 2160006 h 2160006"/>
              <a:gd name="connsiteX8" fmla="*/ 2160000 w 2160000"/>
              <a:gd name="connsiteY8" fmla="*/ 1800007 h 2160006"/>
              <a:gd name="connsiteX9" fmla="*/ 2160000 w 2160000"/>
              <a:gd name="connsiteY9" fmla="*/ 792242 h 2160006"/>
              <a:gd name="connsiteX10" fmla="*/ 2160000 w 2160000"/>
              <a:gd name="connsiteY10" fmla="*/ 720006 h 2160006"/>
              <a:gd name="connsiteX11" fmla="*/ 2160000 w 2160000"/>
              <a:gd name="connsiteY11" fmla="*/ 360000 h 2160006"/>
              <a:gd name="connsiteX12" fmla="*/ 2160000 w 2160000"/>
              <a:gd name="connsiteY12" fmla="*/ 341946 h 2160006"/>
              <a:gd name="connsiteX13" fmla="*/ 2141946 w 2160000"/>
              <a:gd name="connsiteY13" fmla="*/ 341946 h 2160006"/>
              <a:gd name="connsiteX14" fmla="*/ 1800000 w 2160000"/>
              <a:gd name="connsiteY14" fmla="*/ 0 h 2160006"/>
              <a:gd name="connsiteX15" fmla="*/ 1800000 w 2160000"/>
              <a:gd name="connsiteY15" fmla="*/ 341946 h 2160006"/>
              <a:gd name="connsiteX16" fmla="*/ 1800000 w 2160000"/>
              <a:gd name="connsiteY16" fmla="*/ 360000 h 2160006"/>
              <a:gd name="connsiteX17" fmla="*/ 1800000 w 2160000"/>
              <a:gd name="connsiteY17" fmla="*/ 720006 h 2160006"/>
              <a:gd name="connsiteX18" fmla="*/ 1800000 w 2160000"/>
              <a:gd name="connsiteY18" fmla="*/ 792242 h 2160006"/>
              <a:gd name="connsiteX19" fmla="*/ 1800000 w 2160000"/>
              <a:gd name="connsiteY19" fmla="*/ 1440005 h 2160006"/>
              <a:gd name="connsiteX20" fmla="*/ 1439998 w 2160000"/>
              <a:gd name="connsiteY20" fmla="*/ 1800007 h 2160006"/>
              <a:gd name="connsiteX21" fmla="*/ 1260000 w 2160000"/>
              <a:gd name="connsiteY21" fmla="*/ 1800007 h 2160006"/>
              <a:gd name="connsiteX22" fmla="*/ 1260000 w 2160000"/>
              <a:gd name="connsiteY22" fmla="*/ 720006 h 2160006"/>
              <a:gd name="connsiteX23" fmla="*/ 359994 w 2160000"/>
              <a:gd name="connsiteY23" fmla="*/ 720006 h 21600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2160000" h="2160006">
                <a:moveTo>
                  <a:pt x="0" y="1080000"/>
                </a:moveTo>
                <a:lnTo>
                  <a:pt x="0" y="1800005"/>
                </a:lnTo>
                <a:lnTo>
                  <a:pt x="360000" y="2160005"/>
                </a:lnTo>
                <a:lnTo>
                  <a:pt x="360000" y="1458219"/>
                </a:lnTo>
                <a:lnTo>
                  <a:pt x="720004" y="1080002"/>
                </a:lnTo>
                <a:lnTo>
                  <a:pt x="900000" y="1080002"/>
                </a:lnTo>
                <a:lnTo>
                  <a:pt x="900000" y="2160006"/>
                </a:lnTo>
                <a:lnTo>
                  <a:pt x="1800001" y="2160006"/>
                </a:lnTo>
                <a:lnTo>
                  <a:pt x="2160000" y="1800007"/>
                </a:lnTo>
                <a:lnTo>
                  <a:pt x="2160000" y="792242"/>
                </a:lnTo>
                <a:lnTo>
                  <a:pt x="2160000" y="720006"/>
                </a:lnTo>
                <a:lnTo>
                  <a:pt x="2160000" y="360000"/>
                </a:lnTo>
                <a:lnTo>
                  <a:pt x="2160000" y="341946"/>
                </a:lnTo>
                <a:lnTo>
                  <a:pt x="2141946" y="341946"/>
                </a:lnTo>
                <a:lnTo>
                  <a:pt x="1800000" y="0"/>
                </a:lnTo>
                <a:lnTo>
                  <a:pt x="1800000" y="341946"/>
                </a:lnTo>
                <a:lnTo>
                  <a:pt x="1800000" y="360000"/>
                </a:lnTo>
                <a:lnTo>
                  <a:pt x="1800000" y="720006"/>
                </a:lnTo>
                <a:lnTo>
                  <a:pt x="1800000" y="792242"/>
                </a:lnTo>
                <a:lnTo>
                  <a:pt x="1800000" y="1440005"/>
                </a:lnTo>
                <a:lnTo>
                  <a:pt x="1439998" y="1800007"/>
                </a:lnTo>
                <a:lnTo>
                  <a:pt x="1260000" y="1800007"/>
                </a:lnTo>
                <a:lnTo>
                  <a:pt x="1260000" y="720006"/>
                </a:lnTo>
                <a:lnTo>
                  <a:pt x="359994" y="720006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5993359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B06D07-E74D-7933-6DD9-C3350B884F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07F9DA6-1186-D395-4B7E-650E77777A71}"/>
              </a:ext>
            </a:extLst>
          </p:cNvPr>
          <p:cNvSpPr/>
          <p:nvPr/>
        </p:nvSpPr>
        <p:spPr>
          <a:xfrm>
            <a:off x="-845627" y="2463300"/>
            <a:ext cx="1440000" cy="216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6" name="Right Triangle 5">
            <a:extLst>
              <a:ext uri="{FF2B5EF4-FFF2-40B4-BE49-F238E27FC236}">
                <a16:creationId xmlns:a16="http://schemas.microsoft.com/office/drawing/2014/main" id="{D901898D-4EBB-9C03-1A83-A0143012CA0A}"/>
              </a:ext>
            </a:extLst>
          </p:cNvPr>
          <p:cNvSpPr/>
          <p:nvPr/>
        </p:nvSpPr>
        <p:spPr>
          <a:xfrm>
            <a:off x="-845627" y="4263300"/>
            <a:ext cx="360000" cy="360000"/>
          </a:xfrm>
          <a:prstGeom prst="rt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7" name="Right Triangle 6">
            <a:extLst>
              <a:ext uri="{FF2B5EF4-FFF2-40B4-BE49-F238E27FC236}">
                <a16:creationId xmlns:a16="http://schemas.microsoft.com/office/drawing/2014/main" id="{04681DC4-F763-0A36-266F-A3CCB4900595}"/>
              </a:ext>
            </a:extLst>
          </p:cNvPr>
          <p:cNvSpPr/>
          <p:nvPr/>
        </p:nvSpPr>
        <p:spPr>
          <a:xfrm flipH="1">
            <a:off x="234373" y="4263300"/>
            <a:ext cx="360000" cy="360000"/>
          </a:xfrm>
          <a:prstGeom prst="rt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8" name="Right Triangle 7">
            <a:extLst>
              <a:ext uri="{FF2B5EF4-FFF2-40B4-BE49-F238E27FC236}">
                <a16:creationId xmlns:a16="http://schemas.microsoft.com/office/drawing/2014/main" id="{DC9317A7-3063-C0BC-58A8-2A3A3EC7EAC8}"/>
              </a:ext>
            </a:extLst>
          </p:cNvPr>
          <p:cNvSpPr/>
          <p:nvPr/>
        </p:nvSpPr>
        <p:spPr>
          <a:xfrm flipV="1">
            <a:off x="-845627" y="2463300"/>
            <a:ext cx="360000" cy="360000"/>
          </a:xfrm>
          <a:prstGeom prst="rt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94518D7-5C1D-C3B9-A4F4-ACC4515BDC8F}"/>
              </a:ext>
            </a:extLst>
          </p:cNvPr>
          <p:cNvSpPr/>
          <p:nvPr/>
        </p:nvSpPr>
        <p:spPr>
          <a:xfrm>
            <a:off x="-485627" y="2463300"/>
            <a:ext cx="1080000" cy="180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8D82463D-9256-69ED-A83D-419EE2EDF639}"/>
              </a:ext>
            </a:extLst>
          </p:cNvPr>
          <p:cNvSpPr/>
          <p:nvPr/>
        </p:nvSpPr>
        <p:spPr>
          <a:xfrm>
            <a:off x="-485631" y="4083300"/>
            <a:ext cx="180000" cy="180000"/>
          </a:xfrm>
          <a:prstGeom prst="rt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180683A-F5D1-1C4C-7553-6A90DDE3A435}"/>
              </a:ext>
            </a:extLst>
          </p:cNvPr>
          <p:cNvSpPr/>
          <p:nvPr/>
        </p:nvSpPr>
        <p:spPr>
          <a:xfrm>
            <a:off x="234373" y="2463300"/>
            <a:ext cx="1440000" cy="216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4" name="Right Triangle 3">
            <a:extLst>
              <a:ext uri="{FF2B5EF4-FFF2-40B4-BE49-F238E27FC236}">
                <a16:creationId xmlns:a16="http://schemas.microsoft.com/office/drawing/2014/main" id="{3A66294A-EED0-8C35-B54C-238318E306FF}"/>
              </a:ext>
            </a:extLst>
          </p:cNvPr>
          <p:cNvSpPr/>
          <p:nvPr/>
        </p:nvSpPr>
        <p:spPr>
          <a:xfrm flipH="1">
            <a:off x="234373" y="4263300"/>
            <a:ext cx="360000" cy="360000"/>
          </a:xfrm>
          <a:prstGeom prst="rt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2" name="Right Triangle 11">
            <a:extLst>
              <a:ext uri="{FF2B5EF4-FFF2-40B4-BE49-F238E27FC236}">
                <a16:creationId xmlns:a16="http://schemas.microsoft.com/office/drawing/2014/main" id="{73CFD48B-4992-7F13-79AE-313A6B15303C}"/>
              </a:ext>
            </a:extLst>
          </p:cNvPr>
          <p:cNvSpPr/>
          <p:nvPr/>
        </p:nvSpPr>
        <p:spPr>
          <a:xfrm flipV="1">
            <a:off x="234373" y="2463300"/>
            <a:ext cx="360000" cy="360000"/>
          </a:xfrm>
          <a:prstGeom prst="rt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3" name="Right Triangle 12">
            <a:extLst>
              <a:ext uri="{FF2B5EF4-FFF2-40B4-BE49-F238E27FC236}">
                <a16:creationId xmlns:a16="http://schemas.microsoft.com/office/drawing/2014/main" id="{07F48319-82B4-B368-9207-8E3140450AE9}"/>
              </a:ext>
            </a:extLst>
          </p:cNvPr>
          <p:cNvSpPr/>
          <p:nvPr/>
        </p:nvSpPr>
        <p:spPr>
          <a:xfrm rot="5400000" flipV="1">
            <a:off x="1314373" y="2463300"/>
            <a:ext cx="360000" cy="360000"/>
          </a:xfrm>
          <a:prstGeom prst="rt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5" name="Right Triangle 14">
            <a:extLst>
              <a:ext uri="{FF2B5EF4-FFF2-40B4-BE49-F238E27FC236}">
                <a16:creationId xmlns:a16="http://schemas.microsoft.com/office/drawing/2014/main" id="{F50153A9-FBC5-9E0E-EA29-803373064B16}"/>
              </a:ext>
            </a:extLst>
          </p:cNvPr>
          <p:cNvSpPr/>
          <p:nvPr/>
        </p:nvSpPr>
        <p:spPr>
          <a:xfrm>
            <a:off x="1314373" y="4263300"/>
            <a:ext cx="360000" cy="360000"/>
          </a:xfrm>
          <a:prstGeom prst="rt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4275500-08E7-A5E7-A6CB-38B1FA39B906}"/>
              </a:ext>
            </a:extLst>
          </p:cNvPr>
          <p:cNvSpPr/>
          <p:nvPr/>
        </p:nvSpPr>
        <p:spPr>
          <a:xfrm>
            <a:off x="594374" y="2823300"/>
            <a:ext cx="719999" cy="180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D4E6C31-6BA0-28C2-602C-DF403953E3B3}"/>
              </a:ext>
            </a:extLst>
          </p:cNvPr>
          <p:cNvSpPr/>
          <p:nvPr/>
        </p:nvSpPr>
        <p:spPr>
          <a:xfrm>
            <a:off x="3834372" y="2463300"/>
            <a:ext cx="1440000" cy="216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66198172-5CFC-B8F7-DF60-9F8AF817B386}"/>
              </a:ext>
            </a:extLst>
          </p:cNvPr>
          <p:cNvSpPr/>
          <p:nvPr/>
        </p:nvSpPr>
        <p:spPr>
          <a:xfrm>
            <a:off x="2034378" y="2463300"/>
            <a:ext cx="1440000" cy="216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3FABE6EB-2EDE-0E2C-65B8-67FBAE1C83CC}"/>
              </a:ext>
            </a:extLst>
          </p:cNvPr>
          <p:cNvSpPr/>
          <p:nvPr/>
        </p:nvSpPr>
        <p:spPr>
          <a:xfrm>
            <a:off x="2034377" y="3723300"/>
            <a:ext cx="1080002" cy="54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57" name="Right Triangle 56">
            <a:extLst>
              <a:ext uri="{FF2B5EF4-FFF2-40B4-BE49-F238E27FC236}">
                <a16:creationId xmlns:a16="http://schemas.microsoft.com/office/drawing/2014/main" id="{F877E665-3453-CB05-95C7-F54CC633DD01}"/>
              </a:ext>
            </a:extLst>
          </p:cNvPr>
          <p:cNvSpPr/>
          <p:nvPr/>
        </p:nvSpPr>
        <p:spPr>
          <a:xfrm flipH="1">
            <a:off x="3114379" y="4263300"/>
            <a:ext cx="360000" cy="360000"/>
          </a:xfrm>
          <a:prstGeom prst="rt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58" name="Right Triangle 57">
            <a:extLst>
              <a:ext uri="{FF2B5EF4-FFF2-40B4-BE49-F238E27FC236}">
                <a16:creationId xmlns:a16="http://schemas.microsoft.com/office/drawing/2014/main" id="{B9B8467B-F626-FB6D-51E1-8FF754479172}"/>
              </a:ext>
            </a:extLst>
          </p:cNvPr>
          <p:cNvSpPr/>
          <p:nvPr/>
        </p:nvSpPr>
        <p:spPr>
          <a:xfrm flipH="1">
            <a:off x="2934380" y="4083295"/>
            <a:ext cx="180000" cy="180000"/>
          </a:xfrm>
          <a:prstGeom prst="rt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7E5DE837-C7A3-D7D9-C21D-E0DCEDB95245}"/>
              </a:ext>
            </a:extLst>
          </p:cNvPr>
          <p:cNvSpPr/>
          <p:nvPr/>
        </p:nvSpPr>
        <p:spPr>
          <a:xfrm>
            <a:off x="2394374" y="2823300"/>
            <a:ext cx="1080002" cy="54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60" name="Right Triangle 59">
            <a:extLst>
              <a:ext uri="{FF2B5EF4-FFF2-40B4-BE49-F238E27FC236}">
                <a16:creationId xmlns:a16="http://schemas.microsoft.com/office/drawing/2014/main" id="{3F9BA568-C724-954F-DCF1-037E06904A21}"/>
              </a:ext>
            </a:extLst>
          </p:cNvPr>
          <p:cNvSpPr/>
          <p:nvPr/>
        </p:nvSpPr>
        <p:spPr>
          <a:xfrm flipV="1">
            <a:off x="2394378" y="2823300"/>
            <a:ext cx="180000" cy="180000"/>
          </a:xfrm>
          <a:prstGeom prst="rt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61" name="Right Triangle 60">
            <a:extLst>
              <a:ext uri="{FF2B5EF4-FFF2-40B4-BE49-F238E27FC236}">
                <a16:creationId xmlns:a16="http://schemas.microsoft.com/office/drawing/2014/main" id="{50362238-F236-320B-C718-CAF607271C67}"/>
              </a:ext>
            </a:extLst>
          </p:cNvPr>
          <p:cNvSpPr/>
          <p:nvPr/>
        </p:nvSpPr>
        <p:spPr>
          <a:xfrm flipV="1">
            <a:off x="2034372" y="2463300"/>
            <a:ext cx="360000" cy="360000"/>
          </a:xfrm>
          <a:prstGeom prst="rt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D1D6047-E804-491C-057E-1FAF777FC4E6}"/>
              </a:ext>
            </a:extLst>
          </p:cNvPr>
          <p:cNvSpPr/>
          <p:nvPr/>
        </p:nvSpPr>
        <p:spPr>
          <a:xfrm>
            <a:off x="1674368" y="2463300"/>
            <a:ext cx="359998" cy="216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ACC3D77-71A4-6B81-4955-2FB1688CB48C}"/>
              </a:ext>
            </a:extLst>
          </p:cNvPr>
          <p:cNvSpPr/>
          <p:nvPr/>
        </p:nvSpPr>
        <p:spPr>
          <a:xfrm>
            <a:off x="3474377" y="2463300"/>
            <a:ext cx="359998" cy="216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4" name="Right Triangle 33">
            <a:extLst>
              <a:ext uri="{FF2B5EF4-FFF2-40B4-BE49-F238E27FC236}">
                <a16:creationId xmlns:a16="http://schemas.microsoft.com/office/drawing/2014/main" id="{0E490917-E90F-05F4-CC85-BE18C6396281}"/>
              </a:ext>
            </a:extLst>
          </p:cNvPr>
          <p:cNvSpPr/>
          <p:nvPr/>
        </p:nvSpPr>
        <p:spPr>
          <a:xfrm rot="5400000">
            <a:off x="594369" y="2823300"/>
            <a:ext cx="180000" cy="180000"/>
          </a:xfrm>
          <a:prstGeom prst="rt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5" name="Right Triangle 34">
            <a:extLst>
              <a:ext uri="{FF2B5EF4-FFF2-40B4-BE49-F238E27FC236}">
                <a16:creationId xmlns:a16="http://schemas.microsoft.com/office/drawing/2014/main" id="{C48FFC59-92D2-3969-F2A4-FAAF375786F3}"/>
              </a:ext>
            </a:extLst>
          </p:cNvPr>
          <p:cNvSpPr/>
          <p:nvPr/>
        </p:nvSpPr>
        <p:spPr>
          <a:xfrm rot="10800000">
            <a:off x="1134361" y="2823300"/>
            <a:ext cx="180000" cy="180000"/>
          </a:xfrm>
          <a:prstGeom prst="rt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2763837F-62E3-AEF4-52DE-24E1DC30D71C}"/>
              </a:ext>
            </a:extLst>
          </p:cNvPr>
          <p:cNvSpPr/>
          <p:nvPr/>
        </p:nvSpPr>
        <p:spPr>
          <a:xfrm rot="5400000">
            <a:off x="1854368" y="3723291"/>
            <a:ext cx="359998" cy="144001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7" name="Right Triangle 36">
            <a:extLst>
              <a:ext uri="{FF2B5EF4-FFF2-40B4-BE49-F238E27FC236}">
                <a16:creationId xmlns:a16="http://schemas.microsoft.com/office/drawing/2014/main" id="{D4C5D1B5-F7E8-4116-4249-0AF36F0EFD72}"/>
              </a:ext>
            </a:extLst>
          </p:cNvPr>
          <p:cNvSpPr/>
          <p:nvPr/>
        </p:nvSpPr>
        <p:spPr>
          <a:xfrm>
            <a:off x="1314356" y="4263295"/>
            <a:ext cx="360000" cy="360000"/>
          </a:xfrm>
          <a:prstGeom prst="rt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EC7722B4-3B38-360D-6969-A54D0A610DC9}"/>
              </a:ext>
            </a:extLst>
          </p:cNvPr>
          <p:cNvSpPr/>
          <p:nvPr/>
        </p:nvSpPr>
        <p:spPr>
          <a:xfrm>
            <a:off x="4194372" y="2823295"/>
            <a:ext cx="719999" cy="144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9" name="Right Triangle 38">
            <a:extLst>
              <a:ext uri="{FF2B5EF4-FFF2-40B4-BE49-F238E27FC236}">
                <a16:creationId xmlns:a16="http://schemas.microsoft.com/office/drawing/2014/main" id="{6FAC1F27-BD93-8138-4552-E380B4F11745}"/>
              </a:ext>
            </a:extLst>
          </p:cNvPr>
          <p:cNvSpPr/>
          <p:nvPr/>
        </p:nvSpPr>
        <p:spPr>
          <a:xfrm rot="5400000">
            <a:off x="4194368" y="2823300"/>
            <a:ext cx="180000" cy="180000"/>
          </a:xfrm>
          <a:prstGeom prst="rt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40" name="Right Triangle 39">
            <a:extLst>
              <a:ext uri="{FF2B5EF4-FFF2-40B4-BE49-F238E27FC236}">
                <a16:creationId xmlns:a16="http://schemas.microsoft.com/office/drawing/2014/main" id="{19BBB5BE-C4F5-6537-1B97-C10619126009}"/>
              </a:ext>
            </a:extLst>
          </p:cNvPr>
          <p:cNvSpPr/>
          <p:nvPr/>
        </p:nvSpPr>
        <p:spPr>
          <a:xfrm rot="10800000">
            <a:off x="4734360" y="2823300"/>
            <a:ext cx="180000" cy="180000"/>
          </a:xfrm>
          <a:prstGeom prst="rt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E8CA7BF5-AC13-E9F6-A081-57E127775534}"/>
              </a:ext>
            </a:extLst>
          </p:cNvPr>
          <p:cNvGrpSpPr/>
          <p:nvPr/>
        </p:nvGrpSpPr>
        <p:grpSpPr>
          <a:xfrm flipV="1">
            <a:off x="4194375" y="4083295"/>
            <a:ext cx="719992" cy="180000"/>
            <a:chOff x="3028004" y="2861400"/>
            <a:chExt cx="719992" cy="180000"/>
          </a:xfrm>
        </p:grpSpPr>
        <p:sp>
          <p:nvSpPr>
            <p:cNvPr id="41" name="Right Triangle 40">
              <a:extLst>
                <a:ext uri="{FF2B5EF4-FFF2-40B4-BE49-F238E27FC236}">
                  <a16:creationId xmlns:a16="http://schemas.microsoft.com/office/drawing/2014/main" id="{31271A2B-54AC-1549-B384-E28719EAE8BB}"/>
                </a:ext>
              </a:extLst>
            </p:cNvPr>
            <p:cNvSpPr/>
            <p:nvPr/>
          </p:nvSpPr>
          <p:spPr>
            <a:xfrm rot="5400000">
              <a:off x="3028004" y="2861400"/>
              <a:ext cx="180000" cy="180000"/>
            </a:xfrm>
            <a:prstGeom prst="rtTriangl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/>
            </a:p>
          </p:txBody>
        </p:sp>
        <p:sp>
          <p:nvSpPr>
            <p:cNvPr id="42" name="Right Triangle 41">
              <a:extLst>
                <a:ext uri="{FF2B5EF4-FFF2-40B4-BE49-F238E27FC236}">
                  <a16:creationId xmlns:a16="http://schemas.microsoft.com/office/drawing/2014/main" id="{AD9BC1FB-6AB1-24B5-4598-F987C27004B4}"/>
                </a:ext>
              </a:extLst>
            </p:cNvPr>
            <p:cNvSpPr/>
            <p:nvPr/>
          </p:nvSpPr>
          <p:spPr>
            <a:xfrm rot="10800000">
              <a:off x="3567996" y="2861400"/>
              <a:ext cx="180000" cy="180000"/>
            </a:xfrm>
            <a:prstGeom prst="rtTriangl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/>
            </a:p>
          </p:txBody>
        </p:sp>
      </p:grpSp>
      <p:sp>
        <p:nvSpPr>
          <p:cNvPr id="45" name="Freeform: Shape 44">
            <a:extLst>
              <a:ext uri="{FF2B5EF4-FFF2-40B4-BE49-F238E27FC236}">
                <a16:creationId xmlns:a16="http://schemas.microsoft.com/office/drawing/2014/main" id="{D8EA6E01-E5A2-0ABA-524F-1F5748B5E1C9}"/>
              </a:ext>
            </a:extLst>
          </p:cNvPr>
          <p:cNvSpPr/>
          <p:nvPr/>
        </p:nvSpPr>
        <p:spPr>
          <a:xfrm>
            <a:off x="-1042985" y="3848100"/>
            <a:ext cx="355600" cy="774700"/>
          </a:xfrm>
          <a:custGeom>
            <a:avLst/>
            <a:gdLst>
              <a:gd name="connsiteX0" fmla="*/ 355600 w 355600"/>
              <a:gd name="connsiteY0" fmla="*/ 774700 h 774700"/>
              <a:gd name="connsiteX1" fmla="*/ 0 w 355600"/>
              <a:gd name="connsiteY1" fmla="*/ 419100 h 774700"/>
              <a:gd name="connsiteX2" fmla="*/ 0 w 355600"/>
              <a:gd name="connsiteY2" fmla="*/ 0 h 774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55600" h="774700">
                <a:moveTo>
                  <a:pt x="355600" y="774700"/>
                </a:moveTo>
                <a:lnTo>
                  <a:pt x="0" y="419100"/>
                </a:lnTo>
                <a:lnTo>
                  <a:pt x="0" y="0"/>
                </a:ln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42031981-D721-D0BD-7F20-8ACB880EDBBB}"/>
              </a:ext>
            </a:extLst>
          </p:cNvPr>
          <p:cNvSpPr/>
          <p:nvPr/>
        </p:nvSpPr>
        <p:spPr>
          <a:xfrm>
            <a:off x="-1182685" y="4102100"/>
            <a:ext cx="330200" cy="533400"/>
          </a:xfrm>
          <a:custGeom>
            <a:avLst/>
            <a:gdLst>
              <a:gd name="connsiteX0" fmla="*/ 330200 w 330200"/>
              <a:gd name="connsiteY0" fmla="*/ 533400 h 533400"/>
              <a:gd name="connsiteX1" fmla="*/ 0 w 330200"/>
              <a:gd name="connsiteY1" fmla="*/ 203200 h 533400"/>
              <a:gd name="connsiteX2" fmla="*/ 0 w 330200"/>
              <a:gd name="connsiteY2" fmla="*/ 0 h 53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30200" h="533400">
                <a:moveTo>
                  <a:pt x="330200" y="533400"/>
                </a:moveTo>
                <a:lnTo>
                  <a:pt x="0" y="203200"/>
                </a:lnTo>
                <a:lnTo>
                  <a:pt x="0" y="0"/>
                </a:ln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CFC63503-581E-01DE-E6AA-A270B8EF4EC7}"/>
              </a:ext>
            </a:extLst>
          </p:cNvPr>
          <p:cNvSpPr/>
          <p:nvPr/>
        </p:nvSpPr>
        <p:spPr>
          <a:xfrm>
            <a:off x="-1096966" y="3739650"/>
            <a:ext cx="107950" cy="10795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AAAA2A78-B08F-28F1-C0E7-D53A02E58BFB}"/>
              </a:ext>
            </a:extLst>
          </p:cNvPr>
          <p:cNvSpPr/>
          <p:nvPr/>
        </p:nvSpPr>
        <p:spPr>
          <a:xfrm>
            <a:off x="-1231900" y="3993300"/>
            <a:ext cx="107950" cy="10795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52" name="Right Triangle 51">
            <a:extLst>
              <a:ext uri="{FF2B5EF4-FFF2-40B4-BE49-F238E27FC236}">
                <a16:creationId xmlns:a16="http://schemas.microsoft.com/office/drawing/2014/main" id="{AE102A7E-BFAC-D201-6F9B-BBADB4B5ECE7}"/>
              </a:ext>
            </a:extLst>
          </p:cNvPr>
          <p:cNvSpPr/>
          <p:nvPr/>
        </p:nvSpPr>
        <p:spPr>
          <a:xfrm rot="5400000" flipV="1">
            <a:off x="4914352" y="2463295"/>
            <a:ext cx="360000" cy="360000"/>
          </a:xfrm>
          <a:prstGeom prst="rt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39986EB2-0658-0234-9E28-4F7BED5DFF38}"/>
              </a:ext>
            </a:extLst>
          </p:cNvPr>
          <p:cNvSpPr/>
          <p:nvPr/>
        </p:nvSpPr>
        <p:spPr>
          <a:xfrm>
            <a:off x="5634328" y="2463290"/>
            <a:ext cx="1440000" cy="216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7861BF18-D049-CB14-6400-998739254397}"/>
              </a:ext>
            </a:extLst>
          </p:cNvPr>
          <p:cNvSpPr/>
          <p:nvPr/>
        </p:nvSpPr>
        <p:spPr>
          <a:xfrm>
            <a:off x="5274345" y="2463290"/>
            <a:ext cx="359998" cy="216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93BC407F-047D-EE0B-FD27-6810401FB53F}"/>
              </a:ext>
            </a:extLst>
          </p:cNvPr>
          <p:cNvSpPr/>
          <p:nvPr/>
        </p:nvSpPr>
        <p:spPr>
          <a:xfrm rot="5400000">
            <a:off x="5274158" y="3897528"/>
            <a:ext cx="359998" cy="107999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64" name="Right Triangle 63">
            <a:extLst>
              <a:ext uri="{FF2B5EF4-FFF2-40B4-BE49-F238E27FC236}">
                <a16:creationId xmlns:a16="http://schemas.microsoft.com/office/drawing/2014/main" id="{502195C9-90B1-839A-E573-3DE9B292BAC6}"/>
              </a:ext>
            </a:extLst>
          </p:cNvPr>
          <p:cNvSpPr/>
          <p:nvPr/>
        </p:nvSpPr>
        <p:spPr>
          <a:xfrm>
            <a:off x="3834363" y="4263295"/>
            <a:ext cx="360000" cy="360000"/>
          </a:xfrm>
          <a:prstGeom prst="rt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47276B73-37A8-C20C-E735-A7345BC4AE11}"/>
              </a:ext>
            </a:extLst>
          </p:cNvPr>
          <p:cNvSpPr/>
          <p:nvPr/>
        </p:nvSpPr>
        <p:spPr>
          <a:xfrm>
            <a:off x="5994319" y="2821430"/>
            <a:ext cx="720003" cy="3561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BA1A1261-F458-8CB1-6C03-6D304A0BBFD8}"/>
              </a:ext>
            </a:extLst>
          </p:cNvPr>
          <p:cNvSpPr/>
          <p:nvPr/>
        </p:nvSpPr>
        <p:spPr>
          <a:xfrm>
            <a:off x="5994319" y="3535170"/>
            <a:ext cx="1079994" cy="108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67" name="Right Triangle 66">
            <a:extLst>
              <a:ext uri="{FF2B5EF4-FFF2-40B4-BE49-F238E27FC236}">
                <a16:creationId xmlns:a16="http://schemas.microsoft.com/office/drawing/2014/main" id="{2043CC50-E085-32CC-7023-A44F2ECB52A4}"/>
              </a:ext>
            </a:extLst>
          </p:cNvPr>
          <p:cNvSpPr/>
          <p:nvPr/>
        </p:nvSpPr>
        <p:spPr>
          <a:xfrm rot="5400000" flipV="1">
            <a:off x="6714325" y="2463295"/>
            <a:ext cx="360000" cy="360000"/>
          </a:xfrm>
          <a:prstGeom prst="rt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68" name="Right Triangle 67">
            <a:extLst>
              <a:ext uri="{FF2B5EF4-FFF2-40B4-BE49-F238E27FC236}">
                <a16:creationId xmlns:a16="http://schemas.microsoft.com/office/drawing/2014/main" id="{E8F0C1D8-81D7-59E2-71FA-9A663B629B85}"/>
              </a:ext>
            </a:extLst>
          </p:cNvPr>
          <p:cNvSpPr/>
          <p:nvPr/>
        </p:nvSpPr>
        <p:spPr>
          <a:xfrm rot="10800000">
            <a:off x="6534324" y="2820940"/>
            <a:ext cx="180000" cy="180000"/>
          </a:xfrm>
          <a:prstGeom prst="rt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69" name="Right Triangle 68">
            <a:extLst>
              <a:ext uri="{FF2B5EF4-FFF2-40B4-BE49-F238E27FC236}">
                <a16:creationId xmlns:a16="http://schemas.microsoft.com/office/drawing/2014/main" id="{4CE14428-CFB7-155A-FD57-2B8BD439AE97}"/>
              </a:ext>
            </a:extLst>
          </p:cNvPr>
          <p:cNvSpPr/>
          <p:nvPr/>
        </p:nvSpPr>
        <p:spPr>
          <a:xfrm rot="10800000" flipV="1">
            <a:off x="6534316" y="2997795"/>
            <a:ext cx="180000" cy="180000"/>
          </a:xfrm>
          <a:prstGeom prst="rt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70" name="Right Triangle 69">
            <a:extLst>
              <a:ext uri="{FF2B5EF4-FFF2-40B4-BE49-F238E27FC236}">
                <a16:creationId xmlns:a16="http://schemas.microsoft.com/office/drawing/2014/main" id="{132E3166-1066-7A50-5509-4D3E98AF911D}"/>
              </a:ext>
            </a:extLst>
          </p:cNvPr>
          <p:cNvSpPr/>
          <p:nvPr/>
        </p:nvSpPr>
        <p:spPr>
          <a:xfrm flipH="1">
            <a:off x="6714270" y="3175440"/>
            <a:ext cx="360000" cy="360000"/>
          </a:xfrm>
          <a:prstGeom prst="rt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71" name="Right Triangle 70">
            <a:extLst>
              <a:ext uri="{FF2B5EF4-FFF2-40B4-BE49-F238E27FC236}">
                <a16:creationId xmlns:a16="http://schemas.microsoft.com/office/drawing/2014/main" id="{3E6C0640-7207-BBA9-9F1F-679929010BE8}"/>
              </a:ext>
            </a:extLst>
          </p:cNvPr>
          <p:cNvSpPr/>
          <p:nvPr/>
        </p:nvSpPr>
        <p:spPr>
          <a:xfrm flipH="1">
            <a:off x="5634297" y="3181433"/>
            <a:ext cx="360000" cy="360000"/>
          </a:xfrm>
          <a:prstGeom prst="rt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72" name="Right Triangle 71">
            <a:extLst>
              <a:ext uri="{FF2B5EF4-FFF2-40B4-BE49-F238E27FC236}">
                <a16:creationId xmlns:a16="http://schemas.microsoft.com/office/drawing/2014/main" id="{A54C8F0F-62D8-F152-D336-2B46A2B96EEA}"/>
              </a:ext>
            </a:extLst>
          </p:cNvPr>
          <p:cNvSpPr/>
          <p:nvPr/>
        </p:nvSpPr>
        <p:spPr>
          <a:xfrm rot="5400000" flipV="1">
            <a:off x="5634297" y="3538560"/>
            <a:ext cx="360000" cy="360000"/>
          </a:xfrm>
          <a:prstGeom prst="rt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73" name="Right Triangle 72">
            <a:extLst>
              <a:ext uri="{FF2B5EF4-FFF2-40B4-BE49-F238E27FC236}">
                <a16:creationId xmlns:a16="http://schemas.microsoft.com/office/drawing/2014/main" id="{004E1C6F-131F-6867-7B9B-6A612CE0C852}"/>
              </a:ext>
            </a:extLst>
          </p:cNvPr>
          <p:cNvSpPr/>
          <p:nvPr/>
        </p:nvSpPr>
        <p:spPr>
          <a:xfrm>
            <a:off x="5994270" y="3903290"/>
            <a:ext cx="720000" cy="720000"/>
          </a:xfrm>
          <a:prstGeom prst="rt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74" name="Right Triangle 73">
            <a:extLst>
              <a:ext uri="{FF2B5EF4-FFF2-40B4-BE49-F238E27FC236}">
                <a16:creationId xmlns:a16="http://schemas.microsoft.com/office/drawing/2014/main" id="{E2B6F339-15DA-7EC8-99E1-47BDBF46E0CC}"/>
              </a:ext>
            </a:extLst>
          </p:cNvPr>
          <p:cNvSpPr/>
          <p:nvPr/>
        </p:nvSpPr>
        <p:spPr>
          <a:xfrm rot="10800000">
            <a:off x="6264197" y="3534925"/>
            <a:ext cx="810000" cy="810000"/>
          </a:xfrm>
          <a:prstGeom prst="rt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6B1EB3F1-5421-1C5F-8DAC-A91F4685807F}"/>
              </a:ext>
            </a:extLst>
          </p:cNvPr>
          <p:cNvSpPr/>
          <p:nvPr/>
        </p:nvSpPr>
        <p:spPr>
          <a:xfrm>
            <a:off x="-652460" y="3495933"/>
            <a:ext cx="6151664" cy="9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76" name="Isosceles Triangle 75">
            <a:extLst>
              <a:ext uri="{FF2B5EF4-FFF2-40B4-BE49-F238E27FC236}">
                <a16:creationId xmlns:a16="http://schemas.microsoft.com/office/drawing/2014/main" id="{20D2D816-A80A-A859-BD3B-6F4DD415CBF7}"/>
              </a:ext>
            </a:extLst>
          </p:cNvPr>
          <p:cNvSpPr/>
          <p:nvPr/>
        </p:nvSpPr>
        <p:spPr>
          <a:xfrm rot="5400000">
            <a:off x="5499320" y="3496433"/>
            <a:ext cx="90000" cy="90000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78" name="Right Triangle 77">
            <a:extLst>
              <a:ext uri="{FF2B5EF4-FFF2-40B4-BE49-F238E27FC236}">
                <a16:creationId xmlns:a16="http://schemas.microsoft.com/office/drawing/2014/main" id="{2DCCD5C9-98CC-4528-6ED0-E0708CFCDE83}"/>
              </a:ext>
            </a:extLst>
          </p:cNvPr>
          <p:cNvSpPr/>
          <p:nvPr/>
        </p:nvSpPr>
        <p:spPr>
          <a:xfrm flipH="1">
            <a:off x="5634154" y="4257535"/>
            <a:ext cx="360000" cy="360000"/>
          </a:xfrm>
          <a:prstGeom prst="rt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ACCA4B39-C29A-2DE3-874A-4ADE9AD78AF2}"/>
              </a:ext>
            </a:extLst>
          </p:cNvPr>
          <p:cNvSpPr/>
          <p:nvPr/>
        </p:nvSpPr>
        <p:spPr>
          <a:xfrm flipH="1" flipV="1">
            <a:off x="7074316" y="2463290"/>
            <a:ext cx="1440000" cy="216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82" name="Right Triangle 81">
            <a:extLst>
              <a:ext uri="{FF2B5EF4-FFF2-40B4-BE49-F238E27FC236}">
                <a16:creationId xmlns:a16="http://schemas.microsoft.com/office/drawing/2014/main" id="{00AF72E1-1A3C-E605-70B1-1D989B1C6662}"/>
              </a:ext>
            </a:extLst>
          </p:cNvPr>
          <p:cNvSpPr/>
          <p:nvPr/>
        </p:nvSpPr>
        <p:spPr>
          <a:xfrm flipH="1" flipV="1">
            <a:off x="8154316" y="2463290"/>
            <a:ext cx="360000" cy="360000"/>
          </a:xfrm>
          <a:prstGeom prst="rt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83" name="Right Triangle 82">
            <a:extLst>
              <a:ext uri="{FF2B5EF4-FFF2-40B4-BE49-F238E27FC236}">
                <a16:creationId xmlns:a16="http://schemas.microsoft.com/office/drawing/2014/main" id="{7A575D31-B5B2-1234-CFA8-3F9577895345}"/>
              </a:ext>
            </a:extLst>
          </p:cNvPr>
          <p:cNvSpPr/>
          <p:nvPr/>
        </p:nvSpPr>
        <p:spPr>
          <a:xfrm flipV="1">
            <a:off x="7074316" y="2463290"/>
            <a:ext cx="360000" cy="360000"/>
          </a:xfrm>
          <a:prstGeom prst="rt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84" name="Right Triangle 83">
            <a:extLst>
              <a:ext uri="{FF2B5EF4-FFF2-40B4-BE49-F238E27FC236}">
                <a16:creationId xmlns:a16="http://schemas.microsoft.com/office/drawing/2014/main" id="{7E40DA8E-7688-7C1C-C44D-D643C15920C5}"/>
              </a:ext>
            </a:extLst>
          </p:cNvPr>
          <p:cNvSpPr/>
          <p:nvPr/>
        </p:nvSpPr>
        <p:spPr>
          <a:xfrm flipH="1">
            <a:off x="8154316" y="4263290"/>
            <a:ext cx="360000" cy="360000"/>
          </a:xfrm>
          <a:prstGeom prst="rt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BC9FFA16-E2AE-7B21-74F4-1C0570382AF4}"/>
              </a:ext>
            </a:extLst>
          </p:cNvPr>
          <p:cNvSpPr/>
          <p:nvPr/>
        </p:nvSpPr>
        <p:spPr>
          <a:xfrm flipH="1" flipV="1">
            <a:off x="7074316" y="2823290"/>
            <a:ext cx="1080000" cy="180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88" name="Right Triangle 87">
            <a:extLst>
              <a:ext uri="{FF2B5EF4-FFF2-40B4-BE49-F238E27FC236}">
                <a16:creationId xmlns:a16="http://schemas.microsoft.com/office/drawing/2014/main" id="{FCB446F9-B912-CF1C-CCC2-AADF30472B81}"/>
              </a:ext>
            </a:extLst>
          </p:cNvPr>
          <p:cNvSpPr/>
          <p:nvPr/>
        </p:nvSpPr>
        <p:spPr>
          <a:xfrm flipH="1">
            <a:off x="4914374" y="4263295"/>
            <a:ext cx="360000" cy="360000"/>
          </a:xfrm>
          <a:prstGeom prst="rt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ECE3AAE5-648B-4022-FA2F-1A7F68521FC3}"/>
              </a:ext>
            </a:extLst>
          </p:cNvPr>
          <p:cNvSpPr/>
          <p:nvPr/>
        </p:nvSpPr>
        <p:spPr>
          <a:xfrm flipH="1" flipV="1">
            <a:off x="8154127" y="2461433"/>
            <a:ext cx="1440000" cy="216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4691C039-2750-69BA-8EE7-03A03A1642D5}"/>
              </a:ext>
            </a:extLst>
          </p:cNvPr>
          <p:cNvSpPr/>
          <p:nvPr/>
        </p:nvSpPr>
        <p:spPr>
          <a:xfrm flipH="1" flipV="1">
            <a:off x="8513938" y="2813640"/>
            <a:ext cx="1080000" cy="180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D45D352C-3DF7-51B3-B9DF-69E0EB99CB0C}"/>
              </a:ext>
            </a:extLst>
          </p:cNvPr>
          <p:cNvSpPr/>
          <p:nvPr/>
        </p:nvSpPr>
        <p:spPr>
          <a:xfrm flipH="1" flipV="1">
            <a:off x="9590506" y="2461433"/>
            <a:ext cx="1440000" cy="216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EDC0A15D-A26B-4005-4AEE-F331078E0F29}"/>
              </a:ext>
            </a:extLst>
          </p:cNvPr>
          <p:cNvSpPr/>
          <p:nvPr/>
        </p:nvSpPr>
        <p:spPr>
          <a:xfrm>
            <a:off x="9950694" y="2820940"/>
            <a:ext cx="1079623" cy="5423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2A7649F7-B112-3538-4278-EAAD04EFEDEC}"/>
              </a:ext>
            </a:extLst>
          </p:cNvPr>
          <p:cNvSpPr/>
          <p:nvPr/>
        </p:nvSpPr>
        <p:spPr>
          <a:xfrm>
            <a:off x="9950693" y="3739650"/>
            <a:ext cx="1079623" cy="51787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DCBDCB5F-3827-06E8-67E1-2232946D6EAA}"/>
              </a:ext>
            </a:extLst>
          </p:cNvPr>
          <p:cNvSpPr/>
          <p:nvPr/>
        </p:nvSpPr>
        <p:spPr>
          <a:xfrm flipH="1" flipV="1">
            <a:off x="11393952" y="2461433"/>
            <a:ext cx="1440000" cy="216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218B4E28-5AB5-55E0-49C6-53630DB93F40}"/>
              </a:ext>
            </a:extLst>
          </p:cNvPr>
          <p:cNvSpPr/>
          <p:nvPr/>
        </p:nvSpPr>
        <p:spPr>
          <a:xfrm>
            <a:off x="11754329" y="2820066"/>
            <a:ext cx="1079623" cy="14211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108BEB44-5C5A-19FC-F390-1374C960DA1B}"/>
              </a:ext>
            </a:extLst>
          </p:cNvPr>
          <p:cNvSpPr/>
          <p:nvPr/>
        </p:nvSpPr>
        <p:spPr>
          <a:xfrm>
            <a:off x="9232412" y="2463128"/>
            <a:ext cx="359998" cy="216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F180171E-0DED-95A7-D04D-8381B11F6768}"/>
              </a:ext>
            </a:extLst>
          </p:cNvPr>
          <p:cNvSpPr/>
          <p:nvPr/>
        </p:nvSpPr>
        <p:spPr>
          <a:xfrm>
            <a:off x="11034133" y="2461433"/>
            <a:ext cx="359998" cy="216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0805A6B3-8E79-C3C4-E6E0-7F6CA7BB578C}"/>
              </a:ext>
            </a:extLst>
          </p:cNvPr>
          <p:cNvSpPr/>
          <p:nvPr/>
        </p:nvSpPr>
        <p:spPr>
          <a:xfrm>
            <a:off x="12834123" y="2461433"/>
            <a:ext cx="359998" cy="216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0300C438-2B33-9ACF-4476-67F40BD84336}"/>
              </a:ext>
            </a:extLst>
          </p:cNvPr>
          <p:cNvSpPr/>
          <p:nvPr/>
        </p:nvSpPr>
        <p:spPr>
          <a:xfrm flipH="1" flipV="1">
            <a:off x="13193908" y="2461433"/>
            <a:ext cx="1440000" cy="216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8E5E78A4-32F6-54EB-23B2-8286113FB70E}"/>
              </a:ext>
            </a:extLst>
          </p:cNvPr>
          <p:cNvSpPr/>
          <p:nvPr/>
        </p:nvSpPr>
        <p:spPr>
          <a:xfrm>
            <a:off x="13552539" y="2455430"/>
            <a:ext cx="719999" cy="90001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4536B731-B375-5A2A-11D3-0483C9D63227}"/>
              </a:ext>
            </a:extLst>
          </p:cNvPr>
          <p:cNvSpPr/>
          <p:nvPr/>
        </p:nvSpPr>
        <p:spPr>
          <a:xfrm>
            <a:off x="13553906" y="3713630"/>
            <a:ext cx="719999" cy="90001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28" name="Right Triangle 127">
            <a:extLst>
              <a:ext uri="{FF2B5EF4-FFF2-40B4-BE49-F238E27FC236}">
                <a16:creationId xmlns:a16="http://schemas.microsoft.com/office/drawing/2014/main" id="{D9694797-1C23-FE4F-9B4C-8A10BB64D664}"/>
              </a:ext>
            </a:extLst>
          </p:cNvPr>
          <p:cNvSpPr/>
          <p:nvPr/>
        </p:nvSpPr>
        <p:spPr>
          <a:xfrm>
            <a:off x="9593441" y="4257524"/>
            <a:ext cx="360000" cy="360000"/>
          </a:xfrm>
          <a:prstGeom prst="rt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29" name="Right Triangle 128">
            <a:extLst>
              <a:ext uri="{FF2B5EF4-FFF2-40B4-BE49-F238E27FC236}">
                <a16:creationId xmlns:a16="http://schemas.microsoft.com/office/drawing/2014/main" id="{BE0B1BE2-D128-5FC3-2449-F08B95093FCF}"/>
              </a:ext>
            </a:extLst>
          </p:cNvPr>
          <p:cNvSpPr/>
          <p:nvPr/>
        </p:nvSpPr>
        <p:spPr>
          <a:xfrm>
            <a:off x="9593831" y="3361433"/>
            <a:ext cx="360000" cy="360000"/>
          </a:xfrm>
          <a:prstGeom prst="rt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E5FA6365-A443-09A1-0C66-19ADCB540132}"/>
              </a:ext>
            </a:extLst>
          </p:cNvPr>
          <p:cNvSpPr/>
          <p:nvPr/>
        </p:nvSpPr>
        <p:spPr>
          <a:xfrm rot="5400000">
            <a:off x="9233564" y="2099579"/>
            <a:ext cx="359998" cy="107999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55422599-CF08-7666-47CC-F99E57F7486B}"/>
              </a:ext>
            </a:extLst>
          </p:cNvPr>
          <p:cNvSpPr/>
          <p:nvPr/>
        </p:nvSpPr>
        <p:spPr>
          <a:xfrm rot="5400000">
            <a:off x="11034072" y="2099579"/>
            <a:ext cx="359998" cy="107999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1BB22E0E-7E57-7B7E-E3C2-614BAD8167EF}"/>
              </a:ext>
            </a:extLst>
          </p:cNvPr>
          <p:cNvSpPr/>
          <p:nvPr/>
        </p:nvSpPr>
        <p:spPr>
          <a:xfrm rot="5400000">
            <a:off x="12832758" y="2100945"/>
            <a:ext cx="359998" cy="107999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33" name="Right Triangle 132">
            <a:extLst>
              <a:ext uri="{FF2B5EF4-FFF2-40B4-BE49-F238E27FC236}">
                <a16:creationId xmlns:a16="http://schemas.microsoft.com/office/drawing/2014/main" id="{76997FEC-643D-C58D-41D9-C603EF8010FE}"/>
              </a:ext>
            </a:extLst>
          </p:cNvPr>
          <p:cNvSpPr/>
          <p:nvPr/>
        </p:nvSpPr>
        <p:spPr>
          <a:xfrm>
            <a:off x="11393909" y="4257524"/>
            <a:ext cx="360000" cy="360000"/>
          </a:xfrm>
          <a:prstGeom prst="rt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34" name="Right Triangle 133">
            <a:extLst>
              <a:ext uri="{FF2B5EF4-FFF2-40B4-BE49-F238E27FC236}">
                <a16:creationId xmlns:a16="http://schemas.microsoft.com/office/drawing/2014/main" id="{55A88B12-F4BE-2D02-5DB1-7A0F4C8C54C6}"/>
              </a:ext>
            </a:extLst>
          </p:cNvPr>
          <p:cNvSpPr/>
          <p:nvPr/>
        </p:nvSpPr>
        <p:spPr>
          <a:xfrm rot="16200000" flipV="1">
            <a:off x="9953560" y="3179055"/>
            <a:ext cx="180000" cy="180000"/>
          </a:xfrm>
          <a:prstGeom prst="rt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35" name="Right Triangle 134">
            <a:extLst>
              <a:ext uri="{FF2B5EF4-FFF2-40B4-BE49-F238E27FC236}">
                <a16:creationId xmlns:a16="http://schemas.microsoft.com/office/drawing/2014/main" id="{E85FA702-2F7B-CC01-37FC-EAE841069C6B}"/>
              </a:ext>
            </a:extLst>
          </p:cNvPr>
          <p:cNvSpPr/>
          <p:nvPr/>
        </p:nvSpPr>
        <p:spPr>
          <a:xfrm rot="16200000" flipV="1">
            <a:off x="9950652" y="4077524"/>
            <a:ext cx="180000" cy="180000"/>
          </a:xfrm>
          <a:prstGeom prst="rt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36" name="Right Triangle 135">
            <a:extLst>
              <a:ext uri="{FF2B5EF4-FFF2-40B4-BE49-F238E27FC236}">
                <a16:creationId xmlns:a16="http://schemas.microsoft.com/office/drawing/2014/main" id="{AD58971F-ED4C-E64C-25E4-1CD3BC6725BC}"/>
              </a:ext>
            </a:extLst>
          </p:cNvPr>
          <p:cNvSpPr/>
          <p:nvPr/>
        </p:nvSpPr>
        <p:spPr>
          <a:xfrm rot="16200000" flipV="1">
            <a:off x="11753909" y="4075170"/>
            <a:ext cx="180000" cy="180000"/>
          </a:xfrm>
          <a:prstGeom prst="rt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37" name="Right Triangle 136">
            <a:extLst>
              <a:ext uri="{FF2B5EF4-FFF2-40B4-BE49-F238E27FC236}">
                <a16:creationId xmlns:a16="http://schemas.microsoft.com/office/drawing/2014/main" id="{96D0BBDD-AE8C-2793-A12B-59A6975CEEB0}"/>
              </a:ext>
            </a:extLst>
          </p:cNvPr>
          <p:cNvSpPr/>
          <p:nvPr/>
        </p:nvSpPr>
        <p:spPr>
          <a:xfrm>
            <a:off x="13192754" y="3350620"/>
            <a:ext cx="360000" cy="360000"/>
          </a:xfrm>
          <a:prstGeom prst="rt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38" name="Right Triangle 137">
            <a:extLst>
              <a:ext uri="{FF2B5EF4-FFF2-40B4-BE49-F238E27FC236}">
                <a16:creationId xmlns:a16="http://schemas.microsoft.com/office/drawing/2014/main" id="{FB7BF322-4C39-2380-910D-186DCCB88515}"/>
              </a:ext>
            </a:extLst>
          </p:cNvPr>
          <p:cNvSpPr/>
          <p:nvPr/>
        </p:nvSpPr>
        <p:spPr>
          <a:xfrm rot="16200000" flipV="1">
            <a:off x="13552754" y="3171271"/>
            <a:ext cx="180000" cy="180000"/>
          </a:xfrm>
          <a:prstGeom prst="rt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39" name="Right Triangle 138">
            <a:extLst>
              <a:ext uri="{FF2B5EF4-FFF2-40B4-BE49-F238E27FC236}">
                <a16:creationId xmlns:a16="http://schemas.microsoft.com/office/drawing/2014/main" id="{402D4EFD-4FDE-08CF-352F-4CC218C1C441}"/>
              </a:ext>
            </a:extLst>
          </p:cNvPr>
          <p:cNvSpPr/>
          <p:nvPr/>
        </p:nvSpPr>
        <p:spPr>
          <a:xfrm flipH="1">
            <a:off x="14273876" y="3345837"/>
            <a:ext cx="360000" cy="360000"/>
          </a:xfrm>
          <a:prstGeom prst="rt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40" name="Right Triangle 139">
            <a:extLst>
              <a:ext uri="{FF2B5EF4-FFF2-40B4-BE49-F238E27FC236}">
                <a16:creationId xmlns:a16="http://schemas.microsoft.com/office/drawing/2014/main" id="{D8B405B6-F038-3AC8-07D8-069BF0307A23}"/>
              </a:ext>
            </a:extLst>
          </p:cNvPr>
          <p:cNvSpPr/>
          <p:nvPr/>
        </p:nvSpPr>
        <p:spPr>
          <a:xfrm rot="10800000" flipV="1">
            <a:off x="14093876" y="3187197"/>
            <a:ext cx="180000" cy="180000"/>
          </a:xfrm>
          <a:prstGeom prst="rt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41" name="Right Triangle 140">
            <a:extLst>
              <a:ext uri="{FF2B5EF4-FFF2-40B4-BE49-F238E27FC236}">
                <a16:creationId xmlns:a16="http://schemas.microsoft.com/office/drawing/2014/main" id="{1D42A330-9480-E0F4-08BA-37A866731BF4}"/>
              </a:ext>
            </a:extLst>
          </p:cNvPr>
          <p:cNvSpPr/>
          <p:nvPr/>
        </p:nvSpPr>
        <p:spPr>
          <a:xfrm rot="5400000" flipV="1">
            <a:off x="13192383" y="2453640"/>
            <a:ext cx="360000" cy="360000"/>
          </a:xfrm>
          <a:prstGeom prst="rt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42" name="Right Triangle 141">
            <a:extLst>
              <a:ext uri="{FF2B5EF4-FFF2-40B4-BE49-F238E27FC236}">
                <a16:creationId xmlns:a16="http://schemas.microsoft.com/office/drawing/2014/main" id="{82B4B28B-798A-0183-2B37-664660F1631B}"/>
              </a:ext>
            </a:extLst>
          </p:cNvPr>
          <p:cNvSpPr/>
          <p:nvPr/>
        </p:nvSpPr>
        <p:spPr>
          <a:xfrm rot="10800000">
            <a:off x="13012757" y="2820940"/>
            <a:ext cx="180000" cy="180000"/>
          </a:xfrm>
          <a:prstGeom prst="rt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44" name="Star: 4 Points 143">
            <a:extLst>
              <a:ext uri="{FF2B5EF4-FFF2-40B4-BE49-F238E27FC236}">
                <a16:creationId xmlns:a16="http://schemas.microsoft.com/office/drawing/2014/main" id="{F5B21335-298E-34CA-8D18-366A3E0694A4}"/>
              </a:ext>
            </a:extLst>
          </p:cNvPr>
          <p:cNvSpPr/>
          <p:nvPr/>
        </p:nvSpPr>
        <p:spPr>
          <a:xfrm>
            <a:off x="-1108549" y="3100388"/>
            <a:ext cx="885824" cy="885824"/>
          </a:xfrm>
          <a:prstGeom prst="star4">
            <a:avLst>
              <a:gd name="adj" fmla="val 15693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521AD7A0-4ECB-4069-7E0A-40F26C0DB6B6}"/>
              </a:ext>
            </a:extLst>
          </p:cNvPr>
          <p:cNvSpPr/>
          <p:nvPr/>
        </p:nvSpPr>
        <p:spPr>
          <a:xfrm rot="5400000">
            <a:off x="3471611" y="2099579"/>
            <a:ext cx="359998" cy="107999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46" name="Right Triangle 145">
            <a:extLst>
              <a:ext uri="{FF2B5EF4-FFF2-40B4-BE49-F238E27FC236}">
                <a16:creationId xmlns:a16="http://schemas.microsoft.com/office/drawing/2014/main" id="{655F20F4-9335-EFA3-FD8D-7EC7DA147066}"/>
              </a:ext>
            </a:extLst>
          </p:cNvPr>
          <p:cNvSpPr/>
          <p:nvPr/>
        </p:nvSpPr>
        <p:spPr>
          <a:xfrm rot="10800000">
            <a:off x="7971021" y="2823300"/>
            <a:ext cx="180000" cy="180000"/>
          </a:xfrm>
          <a:prstGeom prst="rt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6156287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363925-B3EA-3942-537C-069F898627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1DCEC170-22F1-EF57-6553-553D49F1AFF1}"/>
              </a:ext>
            </a:extLst>
          </p:cNvPr>
          <p:cNvSpPr/>
          <p:nvPr/>
        </p:nvSpPr>
        <p:spPr>
          <a:xfrm>
            <a:off x="4914160" y="2463290"/>
            <a:ext cx="2160168" cy="2160000"/>
          </a:xfrm>
          <a:custGeom>
            <a:avLst/>
            <a:gdLst>
              <a:gd name="connsiteX0" fmla="*/ 0 w 2160168"/>
              <a:gd name="connsiteY0" fmla="*/ 1794236 h 2160000"/>
              <a:gd name="connsiteX1" fmla="*/ 279539 w 2160168"/>
              <a:gd name="connsiteY1" fmla="*/ 1794236 h 2160000"/>
              <a:gd name="connsiteX2" fmla="*/ 0 w 2160168"/>
              <a:gd name="connsiteY2" fmla="*/ 2073775 h 2160000"/>
              <a:gd name="connsiteX3" fmla="*/ 720168 w 2160168"/>
              <a:gd name="connsiteY3" fmla="*/ 1165385 h 2160000"/>
              <a:gd name="connsiteX4" fmla="*/ 1080110 w 2160168"/>
              <a:gd name="connsiteY4" fmla="*/ 1525327 h 2160000"/>
              <a:gd name="connsiteX5" fmla="*/ 1080110 w 2160168"/>
              <a:gd name="connsiteY5" fmla="*/ 1794129 h 2160000"/>
              <a:gd name="connsiteX6" fmla="*/ 1079994 w 2160168"/>
              <a:gd name="connsiteY6" fmla="*/ 1794246 h 2160000"/>
              <a:gd name="connsiteX7" fmla="*/ 786900 w 2160168"/>
              <a:gd name="connsiteY7" fmla="*/ 2087340 h 2160000"/>
              <a:gd name="connsiteX8" fmla="*/ 720168 w 2160168"/>
              <a:gd name="connsiteY8" fmla="*/ 2154071 h 2160000"/>
              <a:gd name="connsiteX9" fmla="*/ 720005 w 2160168"/>
              <a:gd name="connsiteY9" fmla="*/ 2154234 h 2160000"/>
              <a:gd name="connsiteX10" fmla="*/ 115268 w 2160168"/>
              <a:gd name="connsiteY10" fmla="*/ 2154234 h 2160000"/>
              <a:gd name="connsiteX11" fmla="*/ 475266 w 2160168"/>
              <a:gd name="connsiteY11" fmla="*/ 1794236 h 2160000"/>
              <a:gd name="connsiteX12" fmla="*/ 720168 w 2160168"/>
              <a:gd name="connsiteY12" fmla="*/ 1794236 h 2160000"/>
              <a:gd name="connsiteX13" fmla="*/ 720168 w 2160168"/>
              <a:gd name="connsiteY13" fmla="*/ 0 h 2160000"/>
              <a:gd name="connsiteX14" fmla="*/ 1800160 w 2160168"/>
              <a:gd name="connsiteY14" fmla="*/ 0 h 2160000"/>
              <a:gd name="connsiteX15" fmla="*/ 2160168 w 2160168"/>
              <a:gd name="connsiteY15" fmla="*/ 360008 h 2160000"/>
              <a:gd name="connsiteX16" fmla="*/ 2160168 w 2160168"/>
              <a:gd name="connsiteY16" fmla="*/ 712092 h 2160000"/>
              <a:gd name="connsiteX17" fmla="*/ 1800626 w 2160168"/>
              <a:gd name="connsiteY17" fmla="*/ 1071634 h 2160000"/>
              <a:gd name="connsiteX18" fmla="*/ 1350036 w 2160168"/>
              <a:gd name="connsiteY18" fmla="*/ 1071634 h 2160000"/>
              <a:gd name="connsiteX19" fmla="*/ 2160168 w 2160168"/>
              <a:gd name="connsiteY19" fmla="*/ 1881766 h 2160000"/>
              <a:gd name="connsiteX20" fmla="*/ 2160168 w 2160168"/>
              <a:gd name="connsiteY20" fmla="*/ 2160000 h 2160000"/>
              <a:gd name="connsiteX21" fmla="*/ 1800110 w 2160168"/>
              <a:gd name="connsiteY21" fmla="*/ 2160000 h 2160000"/>
              <a:gd name="connsiteX22" fmla="*/ 1080137 w 2160168"/>
              <a:gd name="connsiteY22" fmla="*/ 1440027 h 2160000"/>
              <a:gd name="connsiteX23" fmla="*/ 1080137 w 2160168"/>
              <a:gd name="connsiteY23" fmla="*/ 1435270 h 2160000"/>
              <a:gd name="connsiteX24" fmla="*/ 720168 w 2160168"/>
              <a:gd name="connsiteY24" fmla="*/ 1075301 h 2160000"/>
              <a:gd name="connsiteX25" fmla="*/ 720168 w 2160168"/>
              <a:gd name="connsiteY25" fmla="*/ 1073381 h 2160000"/>
              <a:gd name="connsiteX26" fmla="*/ 723312 w 2160168"/>
              <a:gd name="connsiteY26" fmla="*/ 1073381 h 2160000"/>
              <a:gd name="connsiteX27" fmla="*/ 1082433 w 2160168"/>
              <a:gd name="connsiteY27" fmla="*/ 714260 h 2160000"/>
              <a:gd name="connsiteX28" fmla="*/ 1620401 w 2160168"/>
              <a:gd name="connsiteY28" fmla="*/ 714260 h 2160000"/>
              <a:gd name="connsiteX29" fmla="*/ 1798588 w 2160168"/>
              <a:gd name="connsiteY29" fmla="*/ 536074 h 2160000"/>
              <a:gd name="connsiteX30" fmla="*/ 1620654 w 2160168"/>
              <a:gd name="connsiteY30" fmla="*/ 358140 h 2160000"/>
              <a:gd name="connsiteX31" fmla="*/ 1080159 w 2160168"/>
              <a:gd name="connsiteY31" fmla="*/ 358140 h 2160000"/>
              <a:gd name="connsiteX32" fmla="*/ 1080159 w 2160168"/>
              <a:gd name="connsiteY32" fmla="*/ 611677 h 2160000"/>
              <a:gd name="connsiteX33" fmla="*/ 720168 w 2160168"/>
              <a:gd name="connsiteY33" fmla="*/ 971668 h 216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2160168" h="2160000">
                <a:moveTo>
                  <a:pt x="0" y="1794236"/>
                </a:moveTo>
                <a:lnTo>
                  <a:pt x="279539" y="1794236"/>
                </a:lnTo>
                <a:lnTo>
                  <a:pt x="0" y="2073775"/>
                </a:lnTo>
                <a:close/>
                <a:moveTo>
                  <a:pt x="720168" y="1165385"/>
                </a:moveTo>
                <a:lnTo>
                  <a:pt x="1080110" y="1525327"/>
                </a:lnTo>
                <a:lnTo>
                  <a:pt x="1080110" y="1794129"/>
                </a:lnTo>
                <a:lnTo>
                  <a:pt x="1079994" y="1794246"/>
                </a:lnTo>
                <a:lnTo>
                  <a:pt x="786900" y="2087340"/>
                </a:lnTo>
                <a:lnTo>
                  <a:pt x="720168" y="2154071"/>
                </a:lnTo>
                <a:lnTo>
                  <a:pt x="720005" y="2154234"/>
                </a:lnTo>
                <a:lnTo>
                  <a:pt x="115268" y="2154234"/>
                </a:lnTo>
                <a:lnTo>
                  <a:pt x="475266" y="1794236"/>
                </a:lnTo>
                <a:lnTo>
                  <a:pt x="720168" y="1794236"/>
                </a:lnTo>
                <a:close/>
                <a:moveTo>
                  <a:pt x="720168" y="0"/>
                </a:moveTo>
                <a:lnTo>
                  <a:pt x="1800160" y="0"/>
                </a:lnTo>
                <a:lnTo>
                  <a:pt x="2160168" y="360008"/>
                </a:lnTo>
                <a:lnTo>
                  <a:pt x="2160168" y="712092"/>
                </a:lnTo>
                <a:lnTo>
                  <a:pt x="1800626" y="1071634"/>
                </a:lnTo>
                <a:lnTo>
                  <a:pt x="1350036" y="1071634"/>
                </a:lnTo>
                <a:lnTo>
                  <a:pt x="2160168" y="1881766"/>
                </a:lnTo>
                <a:lnTo>
                  <a:pt x="2160168" y="2160000"/>
                </a:lnTo>
                <a:lnTo>
                  <a:pt x="1800110" y="2160000"/>
                </a:lnTo>
                <a:lnTo>
                  <a:pt x="1080137" y="1440027"/>
                </a:lnTo>
                <a:lnTo>
                  <a:pt x="1080137" y="1435270"/>
                </a:lnTo>
                <a:lnTo>
                  <a:pt x="720168" y="1075301"/>
                </a:lnTo>
                <a:lnTo>
                  <a:pt x="720168" y="1073381"/>
                </a:lnTo>
                <a:lnTo>
                  <a:pt x="723312" y="1073381"/>
                </a:lnTo>
                <a:lnTo>
                  <a:pt x="1082433" y="714260"/>
                </a:lnTo>
                <a:lnTo>
                  <a:pt x="1620401" y="714260"/>
                </a:lnTo>
                <a:lnTo>
                  <a:pt x="1798588" y="536074"/>
                </a:lnTo>
                <a:lnTo>
                  <a:pt x="1620654" y="358140"/>
                </a:lnTo>
                <a:lnTo>
                  <a:pt x="1080159" y="358140"/>
                </a:lnTo>
                <a:lnTo>
                  <a:pt x="1080159" y="611677"/>
                </a:lnTo>
                <a:lnTo>
                  <a:pt x="720168" y="971668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PH"/>
          </a:p>
        </p:txBody>
      </p:sp>
      <p:sp>
        <p:nvSpPr>
          <p:cNvPr id="197" name="Freeform: Shape 196">
            <a:extLst>
              <a:ext uri="{FF2B5EF4-FFF2-40B4-BE49-F238E27FC236}">
                <a16:creationId xmlns:a16="http://schemas.microsoft.com/office/drawing/2014/main" id="{CCE6C691-6BB8-6444-A82F-00F418D046D0}"/>
              </a:ext>
            </a:extLst>
          </p:cNvPr>
          <p:cNvSpPr/>
          <p:nvPr/>
        </p:nvSpPr>
        <p:spPr>
          <a:xfrm flipH="1" flipV="1">
            <a:off x="8233429" y="2459576"/>
            <a:ext cx="5319325" cy="2161857"/>
          </a:xfrm>
          <a:custGeom>
            <a:avLst/>
            <a:gdLst>
              <a:gd name="connsiteX0" fmla="*/ 3962249 w 5319325"/>
              <a:gd name="connsiteY0" fmla="*/ 1190260 h 2161857"/>
              <a:gd name="connsiteX1" fmla="*/ 3602062 w 5319325"/>
              <a:gd name="connsiteY1" fmla="*/ 830073 h 2161857"/>
              <a:gd name="connsiteX2" fmla="*/ 3602062 w 5319325"/>
              <a:gd name="connsiteY2" fmla="*/ 543869 h 2161857"/>
              <a:gd name="connsiteX3" fmla="*/ 3422103 w 5319325"/>
              <a:gd name="connsiteY3" fmla="*/ 363910 h 2161857"/>
              <a:gd name="connsiteX4" fmla="*/ 3319731 w 5319325"/>
              <a:gd name="connsiteY4" fmla="*/ 363910 h 2161857"/>
              <a:gd name="connsiteX5" fmla="*/ 3319731 w 5319325"/>
              <a:gd name="connsiteY5" fmla="*/ 363909 h 2161857"/>
              <a:gd name="connsiteX6" fmla="*/ 2522249 w 5319325"/>
              <a:gd name="connsiteY6" fmla="*/ 363909 h 2161857"/>
              <a:gd name="connsiteX7" fmla="*/ 2522249 w 5319325"/>
              <a:gd name="connsiteY7" fmla="*/ 1 h 2161857"/>
              <a:gd name="connsiteX8" fmla="*/ 3595405 w 5319325"/>
              <a:gd name="connsiteY8" fmla="*/ 1 h 2161857"/>
              <a:gd name="connsiteX9" fmla="*/ 3962249 w 5319325"/>
              <a:gd name="connsiteY9" fmla="*/ 366845 h 2161857"/>
              <a:gd name="connsiteX10" fmla="*/ 3962249 w 5319325"/>
              <a:gd name="connsiteY10" fmla="*/ 1717794 h 2161857"/>
              <a:gd name="connsiteX11" fmla="*/ 3602061 w 5319325"/>
              <a:gd name="connsiteY11" fmla="*/ 1717794 h 2161857"/>
              <a:gd name="connsiteX12" fmla="*/ 3602061 w 5319325"/>
              <a:gd name="connsiteY12" fmla="*/ 1445245 h 2161857"/>
              <a:gd name="connsiteX13" fmla="*/ 3414950 w 5319325"/>
              <a:gd name="connsiteY13" fmla="*/ 1258134 h 2161857"/>
              <a:gd name="connsiteX14" fmla="*/ 3319730 w 5319325"/>
              <a:gd name="connsiteY14" fmla="*/ 1258134 h 2161857"/>
              <a:gd name="connsiteX15" fmla="*/ 3319730 w 5319325"/>
              <a:gd name="connsiteY15" fmla="*/ 1258133 h 2161857"/>
              <a:gd name="connsiteX16" fmla="*/ 2522249 w 5319325"/>
              <a:gd name="connsiteY16" fmla="*/ 1258133 h 2161857"/>
              <a:gd name="connsiteX17" fmla="*/ 2522249 w 5319325"/>
              <a:gd name="connsiteY17" fmla="*/ 881783 h 2161857"/>
              <a:gd name="connsiteX18" fmla="*/ 2522439 w 5319325"/>
              <a:gd name="connsiteY18" fmla="*/ 881783 h 2161857"/>
              <a:gd name="connsiteX19" fmla="*/ 2522439 w 5319325"/>
              <a:gd name="connsiteY19" fmla="*/ 881784 h 2161857"/>
              <a:gd name="connsiteX20" fmla="*/ 3580707 w 5319325"/>
              <a:gd name="connsiteY20" fmla="*/ 881784 h 2161857"/>
              <a:gd name="connsiteX21" fmla="*/ 3962249 w 5319325"/>
              <a:gd name="connsiteY21" fmla="*/ 1263326 h 2161857"/>
              <a:gd name="connsiteX22" fmla="*/ 2158802 w 5319325"/>
              <a:gd name="connsiteY22" fmla="*/ 1743391 h 2161857"/>
              <a:gd name="connsiteX23" fmla="*/ 1667722 w 5319325"/>
              <a:gd name="connsiteY23" fmla="*/ 1743391 h 2161857"/>
              <a:gd name="connsiteX24" fmla="*/ 1798425 w 5319325"/>
              <a:gd name="connsiteY24" fmla="*/ 1621623 h 2161857"/>
              <a:gd name="connsiteX25" fmla="*/ 1798425 w 5319325"/>
              <a:gd name="connsiteY25" fmla="*/ 545843 h 2161857"/>
              <a:gd name="connsiteX26" fmla="*/ 1620691 w 5319325"/>
              <a:gd name="connsiteY26" fmla="*/ 380259 h 2161857"/>
              <a:gd name="connsiteX27" fmla="*/ 718802 w 5319325"/>
              <a:gd name="connsiteY27" fmla="*/ 380259 h 2161857"/>
              <a:gd name="connsiteX28" fmla="*/ 718802 w 5319325"/>
              <a:gd name="connsiteY28" fmla="*/ 0 h 2161857"/>
              <a:gd name="connsiteX29" fmla="*/ 1794936 w 5319325"/>
              <a:gd name="connsiteY29" fmla="*/ 0 h 2161857"/>
              <a:gd name="connsiteX30" fmla="*/ 2158802 w 5319325"/>
              <a:gd name="connsiteY30" fmla="*/ 363866 h 2161857"/>
              <a:gd name="connsiteX31" fmla="*/ 4679189 w 5319325"/>
              <a:gd name="connsiteY31" fmla="*/ 2161857 h 2161857"/>
              <a:gd name="connsiteX32" fmla="*/ 3599196 w 5319325"/>
              <a:gd name="connsiteY32" fmla="*/ 2161857 h 2161857"/>
              <a:gd name="connsiteX33" fmla="*/ 3599196 w 5319325"/>
              <a:gd name="connsiteY33" fmla="*/ 2160001 h 2161857"/>
              <a:gd name="connsiteX34" fmla="*/ 2878680 w 5319325"/>
              <a:gd name="connsiteY34" fmla="*/ 2160001 h 2161857"/>
              <a:gd name="connsiteX35" fmla="*/ 2878680 w 5319325"/>
              <a:gd name="connsiteY35" fmla="*/ 2161857 h 2161857"/>
              <a:gd name="connsiteX36" fmla="*/ 1798686 w 5319325"/>
              <a:gd name="connsiteY36" fmla="*/ 2161857 h 2161857"/>
              <a:gd name="connsiteX37" fmla="*/ 1798686 w 5319325"/>
              <a:gd name="connsiteY37" fmla="*/ 2160000 h 2161857"/>
              <a:gd name="connsiteX38" fmla="*/ 1079994 w 5319325"/>
              <a:gd name="connsiteY38" fmla="*/ 2160000 h 2161857"/>
              <a:gd name="connsiteX39" fmla="*/ 1079994 w 5319325"/>
              <a:gd name="connsiteY39" fmla="*/ 2160491 h 2161857"/>
              <a:gd name="connsiteX40" fmla="*/ 353069 w 5319325"/>
              <a:gd name="connsiteY40" fmla="*/ 2160491 h 2161857"/>
              <a:gd name="connsiteX41" fmla="*/ 0 w 5319325"/>
              <a:gd name="connsiteY41" fmla="*/ 1807422 h 2161857"/>
              <a:gd name="connsiteX42" fmla="*/ 0 w 5319325"/>
              <a:gd name="connsiteY42" fmla="*/ 1800493 h 2161857"/>
              <a:gd name="connsiteX43" fmla="*/ 326774 w 5319325"/>
              <a:gd name="connsiteY43" fmla="*/ 1800493 h 2161857"/>
              <a:gd name="connsiteX44" fmla="*/ 326774 w 5319325"/>
              <a:gd name="connsiteY44" fmla="*/ 1833391 h 2161857"/>
              <a:gd name="connsiteX45" fmla="*/ 4992715 w 5319325"/>
              <a:gd name="connsiteY45" fmla="*/ 1833391 h 2161857"/>
              <a:gd name="connsiteX46" fmla="*/ 5319325 w 5319325"/>
              <a:gd name="connsiteY46" fmla="*/ 2160001 h 2161857"/>
              <a:gd name="connsiteX47" fmla="*/ 4679189 w 5319325"/>
              <a:gd name="connsiteY47" fmla="*/ 2160001 h 21618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5319325" h="2161857">
                <a:moveTo>
                  <a:pt x="3962249" y="1190260"/>
                </a:moveTo>
                <a:lnTo>
                  <a:pt x="3602062" y="830073"/>
                </a:lnTo>
                <a:lnTo>
                  <a:pt x="3602062" y="543869"/>
                </a:lnTo>
                <a:lnTo>
                  <a:pt x="3422103" y="363910"/>
                </a:lnTo>
                <a:lnTo>
                  <a:pt x="3319731" y="363910"/>
                </a:lnTo>
                <a:lnTo>
                  <a:pt x="3319731" y="363909"/>
                </a:lnTo>
                <a:lnTo>
                  <a:pt x="2522249" y="363909"/>
                </a:lnTo>
                <a:lnTo>
                  <a:pt x="2522249" y="1"/>
                </a:lnTo>
                <a:lnTo>
                  <a:pt x="3595405" y="1"/>
                </a:lnTo>
                <a:lnTo>
                  <a:pt x="3962249" y="366845"/>
                </a:lnTo>
                <a:close/>
                <a:moveTo>
                  <a:pt x="3962249" y="1717794"/>
                </a:moveTo>
                <a:lnTo>
                  <a:pt x="3602061" y="1717794"/>
                </a:lnTo>
                <a:lnTo>
                  <a:pt x="3602061" y="1445245"/>
                </a:lnTo>
                <a:lnTo>
                  <a:pt x="3414950" y="1258134"/>
                </a:lnTo>
                <a:lnTo>
                  <a:pt x="3319730" y="1258134"/>
                </a:lnTo>
                <a:lnTo>
                  <a:pt x="3319730" y="1258133"/>
                </a:lnTo>
                <a:lnTo>
                  <a:pt x="2522249" y="1258133"/>
                </a:lnTo>
                <a:lnTo>
                  <a:pt x="2522249" y="881783"/>
                </a:lnTo>
                <a:lnTo>
                  <a:pt x="2522439" y="881783"/>
                </a:lnTo>
                <a:lnTo>
                  <a:pt x="2522439" y="881784"/>
                </a:lnTo>
                <a:lnTo>
                  <a:pt x="3580707" y="881784"/>
                </a:lnTo>
                <a:lnTo>
                  <a:pt x="3962249" y="1263326"/>
                </a:lnTo>
                <a:close/>
                <a:moveTo>
                  <a:pt x="2158802" y="1743391"/>
                </a:moveTo>
                <a:lnTo>
                  <a:pt x="1667722" y="1743391"/>
                </a:lnTo>
                <a:lnTo>
                  <a:pt x="1798425" y="1621623"/>
                </a:lnTo>
                <a:lnTo>
                  <a:pt x="1798425" y="545843"/>
                </a:lnTo>
                <a:lnTo>
                  <a:pt x="1620691" y="380259"/>
                </a:lnTo>
                <a:lnTo>
                  <a:pt x="718802" y="380259"/>
                </a:lnTo>
                <a:lnTo>
                  <a:pt x="718802" y="0"/>
                </a:lnTo>
                <a:lnTo>
                  <a:pt x="1794936" y="0"/>
                </a:lnTo>
                <a:lnTo>
                  <a:pt x="2158802" y="363866"/>
                </a:lnTo>
                <a:close/>
                <a:moveTo>
                  <a:pt x="4679189" y="2161857"/>
                </a:moveTo>
                <a:lnTo>
                  <a:pt x="3599196" y="2161857"/>
                </a:lnTo>
                <a:lnTo>
                  <a:pt x="3599196" y="2160001"/>
                </a:lnTo>
                <a:lnTo>
                  <a:pt x="2878680" y="2160001"/>
                </a:lnTo>
                <a:lnTo>
                  <a:pt x="2878680" y="2161857"/>
                </a:lnTo>
                <a:lnTo>
                  <a:pt x="1798686" y="2161857"/>
                </a:lnTo>
                <a:lnTo>
                  <a:pt x="1798686" y="2160000"/>
                </a:lnTo>
                <a:lnTo>
                  <a:pt x="1079994" y="2160000"/>
                </a:lnTo>
                <a:lnTo>
                  <a:pt x="1079994" y="2160491"/>
                </a:lnTo>
                <a:lnTo>
                  <a:pt x="353069" y="2160491"/>
                </a:lnTo>
                <a:lnTo>
                  <a:pt x="0" y="1807422"/>
                </a:lnTo>
                <a:lnTo>
                  <a:pt x="0" y="1800493"/>
                </a:lnTo>
                <a:lnTo>
                  <a:pt x="326774" y="1800493"/>
                </a:lnTo>
                <a:lnTo>
                  <a:pt x="326774" y="1833391"/>
                </a:lnTo>
                <a:lnTo>
                  <a:pt x="4992715" y="1833391"/>
                </a:lnTo>
                <a:lnTo>
                  <a:pt x="5319325" y="2160001"/>
                </a:lnTo>
                <a:lnTo>
                  <a:pt x="4679189" y="2160001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PH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F985A551-EF32-2807-566B-9337490CD50D}"/>
              </a:ext>
            </a:extLst>
          </p:cNvPr>
          <p:cNvSpPr/>
          <p:nvPr/>
        </p:nvSpPr>
        <p:spPr>
          <a:xfrm>
            <a:off x="234373" y="2463300"/>
            <a:ext cx="1440000" cy="2160000"/>
          </a:xfrm>
          <a:custGeom>
            <a:avLst/>
            <a:gdLst>
              <a:gd name="connsiteX0" fmla="*/ 1080000 w 1440000"/>
              <a:gd name="connsiteY0" fmla="*/ 1260000 h 2160000"/>
              <a:gd name="connsiteX1" fmla="*/ 1440000 w 1440000"/>
              <a:gd name="connsiteY1" fmla="*/ 1260000 h 2160000"/>
              <a:gd name="connsiteX2" fmla="*/ 1440000 w 1440000"/>
              <a:gd name="connsiteY2" fmla="*/ 2160000 h 2160000"/>
              <a:gd name="connsiteX3" fmla="*/ 1080000 w 1440000"/>
              <a:gd name="connsiteY3" fmla="*/ 1800000 h 2160000"/>
              <a:gd name="connsiteX4" fmla="*/ 0 w 1440000"/>
              <a:gd name="connsiteY4" fmla="*/ 1260000 h 2160000"/>
              <a:gd name="connsiteX5" fmla="*/ 360001 w 1440000"/>
              <a:gd name="connsiteY5" fmla="*/ 1260000 h 2160000"/>
              <a:gd name="connsiteX6" fmla="*/ 360001 w 1440000"/>
              <a:gd name="connsiteY6" fmla="*/ 1799999 h 2160000"/>
              <a:gd name="connsiteX7" fmla="*/ 0 w 1440000"/>
              <a:gd name="connsiteY7" fmla="*/ 2160000 h 2160000"/>
              <a:gd name="connsiteX8" fmla="*/ 353960 w 1440000"/>
              <a:gd name="connsiteY8" fmla="*/ 0 h 2160000"/>
              <a:gd name="connsiteX9" fmla="*/ 1080000 w 1440000"/>
              <a:gd name="connsiteY9" fmla="*/ 0 h 2160000"/>
              <a:gd name="connsiteX10" fmla="*/ 1440000 w 1440000"/>
              <a:gd name="connsiteY10" fmla="*/ 360000 h 2160000"/>
              <a:gd name="connsiteX11" fmla="*/ 1440000 w 1440000"/>
              <a:gd name="connsiteY11" fmla="*/ 900000 h 2160000"/>
              <a:gd name="connsiteX12" fmla="*/ 1080000 w 1440000"/>
              <a:gd name="connsiteY12" fmla="*/ 900000 h 2160000"/>
              <a:gd name="connsiteX13" fmla="*/ 1080000 w 1440000"/>
              <a:gd name="connsiteY13" fmla="*/ 540012 h 2160000"/>
              <a:gd name="connsiteX14" fmla="*/ 899988 w 1440000"/>
              <a:gd name="connsiteY14" fmla="*/ 360000 h 2160000"/>
              <a:gd name="connsiteX15" fmla="*/ 539996 w 1440000"/>
              <a:gd name="connsiteY15" fmla="*/ 360000 h 2160000"/>
              <a:gd name="connsiteX16" fmla="*/ 360001 w 1440000"/>
              <a:gd name="connsiteY16" fmla="*/ 539995 h 2160000"/>
              <a:gd name="connsiteX17" fmla="*/ 360001 w 1440000"/>
              <a:gd name="connsiteY17" fmla="*/ 900000 h 2160000"/>
              <a:gd name="connsiteX18" fmla="*/ 0 w 1440000"/>
              <a:gd name="connsiteY18" fmla="*/ 900000 h 2160000"/>
              <a:gd name="connsiteX19" fmla="*/ 0 w 1440000"/>
              <a:gd name="connsiteY19" fmla="*/ 353960 h 216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440000" h="2160000">
                <a:moveTo>
                  <a:pt x="1080000" y="1260000"/>
                </a:moveTo>
                <a:lnTo>
                  <a:pt x="1440000" y="1260000"/>
                </a:lnTo>
                <a:lnTo>
                  <a:pt x="1440000" y="2160000"/>
                </a:lnTo>
                <a:lnTo>
                  <a:pt x="1080000" y="1800000"/>
                </a:lnTo>
                <a:close/>
                <a:moveTo>
                  <a:pt x="0" y="1260000"/>
                </a:moveTo>
                <a:lnTo>
                  <a:pt x="360001" y="1260000"/>
                </a:lnTo>
                <a:lnTo>
                  <a:pt x="360001" y="1799999"/>
                </a:lnTo>
                <a:lnTo>
                  <a:pt x="0" y="2160000"/>
                </a:lnTo>
                <a:close/>
                <a:moveTo>
                  <a:pt x="353960" y="0"/>
                </a:moveTo>
                <a:lnTo>
                  <a:pt x="1080000" y="0"/>
                </a:lnTo>
                <a:lnTo>
                  <a:pt x="1440000" y="360000"/>
                </a:lnTo>
                <a:lnTo>
                  <a:pt x="1440000" y="900000"/>
                </a:lnTo>
                <a:lnTo>
                  <a:pt x="1080000" y="900000"/>
                </a:lnTo>
                <a:lnTo>
                  <a:pt x="1080000" y="540012"/>
                </a:lnTo>
                <a:lnTo>
                  <a:pt x="899988" y="360000"/>
                </a:lnTo>
                <a:lnTo>
                  <a:pt x="539996" y="360000"/>
                </a:lnTo>
                <a:lnTo>
                  <a:pt x="360001" y="539995"/>
                </a:lnTo>
                <a:lnTo>
                  <a:pt x="360001" y="900000"/>
                </a:lnTo>
                <a:lnTo>
                  <a:pt x="0" y="900000"/>
                </a:lnTo>
                <a:lnTo>
                  <a:pt x="0" y="353960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PH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4578775A-C90C-FE65-0EDB-75E09450F762}"/>
              </a:ext>
            </a:extLst>
          </p:cNvPr>
          <p:cNvSpPr/>
          <p:nvPr/>
        </p:nvSpPr>
        <p:spPr>
          <a:xfrm>
            <a:off x="-845627" y="2463300"/>
            <a:ext cx="1440000" cy="2160000"/>
          </a:xfrm>
          <a:custGeom>
            <a:avLst/>
            <a:gdLst>
              <a:gd name="connsiteX0" fmla="*/ 360000 w 1440000"/>
              <a:gd name="connsiteY0" fmla="*/ 1227709 h 2160000"/>
              <a:gd name="connsiteX1" fmla="*/ 360000 w 1440000"/>
              <a:gd name="connsiteY1" fmla="*/ 1620004 h 2160000"/>
              <a:gd name="connsiteX2" fmla="*/ 539996 w 1440000"/>
              <a:gd name="connsiteY2" fmla="*/ 1800000 h 2160000"/>
              <a:gd name="connsiteX3" fmla="*/ 1440000 w 1440000"/>
              <a:gd name="connsiteY3" fmla="*/ 1800000 h 2160000"/>
              <a:gd name="connsiteX4" fmla="*/ 1080000 w 1440000"/>
              <a:gd name="connsiteY4" fmla="*/ 2160000 h 2160000"/>
              <a:gd name="connsiteX5" fmla="*/ 360000 w 1440000"/>
              <a:gd name="connsiteY5" fmla="*/ 2160000 h 2160000"/>
              <a:gd name="connsiteX6" fmla="*/ 0 w 1440000"/>
              <a:gd name="connsiteY6" fmla="*/ 1800000 h 2160000"/>
              <a:gd name="connsiteX7" fmla="*/ 0 w 1440000"/>
              <a:gd name="connsiteY7" fmla="*/ 1230235 h 2160000"/>
              <a:gd name="connsiteX8" fmla="*/ 17796 w 1440000"/>
              <a:gd name="connsiteY8" fmla="*/ 1236164 h 2160000"/>
              <a:gd name="connsiteX9" fmla="*/ 176209 w 1440000"/>
              <a:gd name="connsiteY9" fmla="*/ 1711643 h 2160000"/>
              <a:gd name="connsiteX10" fmla="*/ 334622 w 1440000"/>
              <a:gd name="connsiteY10" fmla="*/ 1236164 h 2160000"/>
              <a:gd name="connsiteX11" fmla="*/ 360000 w 1440000"/>
              <a:gd name="connsiteY11" fmla="*/ 0 h 2160000"/>
              <a:gd name="connsiteX12" fmla="*/ 360000 w 1440000"/>
              <a:gd name="connsiteY12" fmla="*/ 927793 h 2160000"/>
              <a:gd name="connsiteX13" fmla="*/ 334622 w 1440000"/>
              <a:gd name="connsiteY13" fmla="*/ 919338 h 2160000"/>
              <a:gd name="connsiteX14" fmla="*/ 176209 w 1440000"/>
              <a:gd name="connsiteY14" fmla="*/ 443859 h 2160000"/>
              <a:gd name="connsiteX15" fmla="*/ 17796 w 1440000"/>
              <a:gd name="connsiteY15" fmla="*/ 919338 h 2160000"/>
              <a:gd name="connsiteX16" fmla="*/ 0 w 1440000"/>
              <a:gd name="connsiteY16" fmla="*/ 925267 h 2160000"/>
              <a:gd name="connsiteX17" fmla="*/ 0 w 1440000"/>
              <a:gd name="connsiteY17" fmla="*/ 360000 h 216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440000" h="2160000">
                <a:moveTo>
                  <a:pt x="360000" y="1227709"/>
                </a:moveTo>
                <a:lnTo>
                  <a:pt x="360000" y="1620004"/>
                </a:lnTo>
                <a:lnTo>
                  <a:pt x="539996" y="1800000"/>
                </a:lnTo>
                <a:lnTo>
                  <a:pt x="1440000" y="1800000"/>
                </a:lnTo>
                <a:lnTo>
                  <a:pt x="1080000" y="2160000"/>
                </a:lnTo>
                <a:lnTo>
                  <a:pt x="360000" y="2160000"/>
                </a:lnTo>
                <a:lnTo>
                  <a:pt x="0" y="1800000"/>
                </a:lnTo>
                <a:lnTo>
                  <a:pt x="0" y="1230235"/>
                </a:lnTo>
                <a:lnTo>
                  <a:pt x="17796" y="1236164"/>
                </a:lnTo>
                <a:lnTo>
                  <a:pt x="176209" y="1711643"/>
                </a:lnTo>
                <a:lnTo>
                  <a:pt x="334622" y="1236164"/>
                </a:lnTo>
                <a:close/>
                <a:moveTo>
                  <a:pt x="360000" y="0"/>
                </a:moveTo>
                <a:lnTo>
                  <a:pt x="360000" y="927793"/>
                </a:lnTo>
                <a:lnTo>
                  <a:pt x="334622" y="919338"/>
                </a:lnTo>
                <a:lnTo>
                  <a:pt x="176209" y="443859"/>
                </a:lnTo>
                <a:lnTo>
                  <a:pt x="17796" y="919338"/>
                </a:lnTo>
                <a:lnTo>
                  <a:pt x="0" y="925267"/>
                </a:lnTo>
                <a:lnTo>
                  <a:pt x="0" y="360000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PH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0BFB798-67F8-56FA-1A08-7EC2C99392F7}"/>
              </a:ext>
            </a:extLst>
          </p:cNvPr>
          <p:cNvSpPr/>
          <p:nvPr/>
        </p:nvSpPr>
        <p:spPr>
          <a:xfrm>
            <a:off x="1314359" y="2463300"/>
            <a:ext cx="3960012" cy="2160000"/>
          </a:xfrm>
          <a:custGeom>
            <a:avLst/>
            <a:gdLst>
              <a:gd name="connsiteX0" fmla="*/ 1800019 w 3960012"/>
              <a:gd name="connsiteY0" fmla="*/ 1260000 h 2160000"/>
              <a:gd name="connsiteX1" fmla="*/ 2160018 w 3960012"/>
              <a:gd name="connsiteY1" fmla="*/ 1260000 h 2160000"/>
              <a:gd name="connsiteX2" fmla="*/ 2160018 w 3960012"/>
              <a:gd name="connsiteY2" fmla="*/ 1800001 h 2160000"/>
              <a:gd name="connsiteX3" fmla="*/ 1800019 w 3960012"/>
              <a:gd name="connsiteY3" fmla="*/ 2160000 h 2160000"/>
              <a:gd name="connsiteX4" fmla="*/ 720018 w 3960012"/>
              <a:gd name="connsiteY4" fmla="*/ 2160000 h 2160000"/>
              <a:gd name="connsiteX5" fmla="*/ 720018 w 3960012"/>
              <a:gd name="connsiteY5" fmla="*/ 2159997 h 2160000"/>
              <a:gd name="connsiteX6" fmla="*/ 359997 w 3960012"/>
              <a:gd name="connsiteY6" fmla="*/ 2159997 h 2160000"/>
              <a:gd name="connsiteX7" fmla="*/ 0 w 3960012"/>
              <a:gd name="connsiteY7" fmla="*/ 1800000 h 2160000"/>
              <a:gd name="connsiteX8" fmla="*/ 0 w 3960012"/>
              <a:gd name="connsiteY8" fmla="*/ 1799999 h 2160000"/>
              <a:gd name="connsiteX9" fmla="*/ 1440014 w 3960012"/>
              <a:gd name="connsiteY9" fmla="*/ 1799999 h 2160000"/>
              <a:gd name="connsiteX10" fmla="*/ 1440014 w 3960012"/>
              <a:gd name="connsiteY10" fmla="*/ 1800000 h 2160000"/>
              <a:gd name="connsiteX11" fmla="*/ 1612740 w 3960012"/>
              <a:gd name="connsiteY11" fmla="*/ 1800000 h 2160000"/>
              <a:gd name="connsiteX12" fmla="*/ 1800019 w 3960012"/>
              <a:gd name="connsiteY12" fmla="*/ 1619996 h 2160000"/>
              <a:gd name="connsiteX13" fmla="*/ 2520012 w 3960012"/>
              <a:gd name="connsiteY13" fmla="*/ 450000 h 2160000"/>
              <a:gd name="connsiteX14" fmla="*/ 2970008 w 3960012"/>
              <a:gd name="connsiteY14" fmla="*/ 450000 h 2160000"/>
              <a:gd name="connsiteX15" fmla="*/ 2880012 w 3960012"/>
              <a:gd name="connsiteY15" fmla="*/ 539996 h 2160000"/>
              <a:gd name="connsiteX16" fmla="*/ 2880012 w 3960012"/>
              <a:gd name="connsiteY16" fmla="*/ 900000 h 2160000"/>
              <a:gd name="connsiteX17" fmla="*/ 2520012 w 3960012"/>
              <a:gd name="connsiteY17" fmla="*/ 900000 h 2160000"/>
              <a:gd name="connsiteX18" fmla="*/ 1080012 w 3960012"/>
              <a:gd name="connsiteY18" fmla="*/ 0 h 2160000"/>
              <a:gd name="connsiteX19" fmla="*/ 2160018 w 3960012"/>
              <a:gd name="connsiteY19" fmla="*/ 0 h 2160000"/>
              <a:gd name="connsiteX20" fmla="*/ 2160018 w 3960012"/>
              <a:gd name="connsiteY20" fmla="*/ 3897 h 2160000"/>
              <a:gd name="connsiteX21" fmla="*/ 2520012 w 3960012"/>
              <a:gd name="connsiteY21" fmla="*/ 3897 h 2160000"/>
              <a:gd name="connsiteX22" fmla="*/ 2520012 w 3960012"/>
              <a:gd name="connsiteY22" fmla="*/ 0 h 2160000"/>
              <a:gd name="connsiteX23" fmla="*/ 3599997 w 3960012"/>
              <a:gd name="connsiteY23" fmla="*/ 0 h 2160000"/>
              <a:gd name="connsiteX24" fmla="*/ 3960012 w 3960012"/>
              <a:gd name="connsiteY24" fmla="*/ 360015 h 2160000"/>
              <a:gd name="connsiteX25" fmla="*/ 3960012 w 3960012"/>
              <a:gd name="connsiteY25" fmla="*/ 1799997 h 2160000"/>
              <a:gd name="connsiteX26" fmla="*/ 3600009 w 3960012"/>
              <a:gd name="connsiteY26" fmla="*/ 2160000 h 2160000"/>
              <a:gd name="connsiteX27" fmla="*/ 2880008 w 3960012"/>
              <a:gd name="connsiteY27" fmla="*/ 2160000 h 2160000"/>
              <a:gd name="connsiteX28" fmla="*/ 2520012 w 3960012"/>
              <a:gd name="connsiteY28" fmla="*/ 1800004 h 2160000"/>
              <a:gd name="connsiteX29" fmla="*/ 2520012 w 3960012"/>
              <a:gd name="connsiteY29" fmla="*/ 1260000 h 2160000"/>
              <a:gd name="connsiteX30" fmla="*/ 2880012 w 3960012"/>
              <a:gd name="connsiteY30" fmla="*/ 1260000 h 2160000"/>
              <a:gd name="connsiteX31" fmla="*/ 2880012 w 3960012"/>
              <a:gd name="connsiteY31" fmla="*/ 1619992 h 2160000"/>
              <a:gd name="connsiteX32" fmla="*/ 3060015 w 3960012"/>
              <a:gd name="connsiteY32" fmla="*/ 1799995 h 2160000"/>
              <a:gd name="connsiteX33" fmla="*/ 3420007 w 3960012"/>
              <a:gd name="connsiteY33" fmla="*/ 1799995 h 2160000"/>
              <a:gd name="connsiteX34" fmla="*/ 3600011 w 3960012"/>
              <a:gd name="connsiteY34" fmla="*/ 1619991 h 2160000"/>
              <a:gd name="connsiteX35" fmla="*/ 3600011 w 3960012"/>
              <a:gd name="connsiteY35" fmla="*/ 540011 h 2160000"/>
              <a:gd name="connsiteX36" fmla="*/ 3419995 w 3960012"/>
              <a:gd name="connsiteY36" fmla="*/ 359995 h 2160000"/>
              <a:gd name="connsiteX37" fmla="*/ 3060013 w 3960012"/>
              <a:gd name="connsiteY37" fmla="*/ 359995 h 2160000"/>
              <a:gd name="connsiteX38" fmla="*/ 3060008 w 3960012"/>
              <a:gd name="connsiteY38" fmla="*/ 360000 h 2160000"/>
              <a:gd name="connsiteX39" fmla="*/ 2877247 w 3960012"/>
              <a:gd name="connsiteY39" fmla="*/ 360000 h 2160000"/>
              <a:gd name="connsiteX40" fmla="*/ 2877247 w 3960012"/>
              <a:gd name="connsiteY40" fmla="*/ 363895 h 2160000"/>
              <a:gd name="connsiteX41" fmla="*/ 1797254 w 3960012"/>
              <a:gd name="connsiteY41" fmla="*/ 363895 h 2160000"/>
              <a:gd name="connsiteX42" fmla="*/ 1797254 w 3960012"/>
              <a:gd name="connsiteY42" fmla="*/ 360000 h 2160000"/>
              <a:gd name="connsiteX43" fmla="*/ 1275034 w 3960012"/>
              <a:gd name="connsiteY43" fmla="*/ 360000 h 2160000"/>
              <a:gd name="connsiteX44" fmla="*/ 1080013 w 3960012"/>
              <a:gd name="connsiteY44" fmla="*/ 540004 h 2160000"/>
              <a:gd name="connsiteX45" fmla="*/ 1080013 w 3960012"/>
              <a:gd name="connsiteY45" fmla="*/ 900000 h 2160000"/>
              <a:gd name="connsiteX46" fmla="*/ 720018 w 3960012"/>
              <a:gd name="connsiteY46" fmla="*/ 900000 h 2160000"/>
              <a:gd name="connsiteX47" fmla="*/ 720018 w 3960012"/>
              <a:gd name="connsiteY47" fmla="*/ 359994 h 216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3960012" h="2160000">
                <a:moveTo>
                  <a:pt x="1800019" y="1260000"/>
                </a:moveTo>
                <a:lnTo>
                  <a:pt x="2160018" y="1260000"/>
                </a:lnTo>
                <a:lnTo>
                  <a:pt x="2160018" y="1800001"/>
                </a:lnTo>
                <a:lnTo>
                  <a:pt x="1800019" y="2160000"/>
                </a:lnTo>
                <a:lnTo>
                  <a:pt x="720018" y="2160000"/>
                </a:lnTo>
                <a:lnTo>
                  <a:pt x="720018" y="2159997"/>
                </a:lnTo>
                <a:lnTo>
                  <a:pt x="359997" y="2159997"/>
                </a:lnTo>
                <a:lnTo>
                  <a:pt x="0" y="1800000"/>
                </a:lnTo>
                <a:lnTo>
                  <a:pt x="0" y="1799999"/>
                </a:lnTo>
                <a:lnTo>
                  <a:pt x="1440014" y="1799999"/>
                </a:lnTo>
                <a:lnTo>
                  <a:pt x="1440014" y="1800000"/>
                </a:lnTo>
                <a:lnTo>
                  <a:pt x="1612740" y="1800000"/>
                </a:lnTo>
                <a:lnTo>
                  <a:pt x="1800019" y="1619996"/>
                </a:lnTo>
                <a:close/>
                <a:moveTo>
                  <a:pt x="2520012" y="450000"/>
                </a:moveTo>
                <a:lnTo>
                  <a:pt x="2970008" y="450000"/>
                </a:lnTo>
                <a:lnTo>
                  <a:pt x="2880012" y="539996"/>
                </a:lnTo>
                <a:lnTo>
                  <a:pt x="2880012" y="900000"/>
                </a:lnTo>
                <a:lnTo>
                  <a:pt x="2520012" y="900000"/>
                </a:lnTo>
                <a:close/>
                <a:moveTo>
                  <a:pt x="1080012" y="0"/>
                </a:moveTo>
                <a:lnTo>
                  <a:pt x="2160018" y="0"/>
                </a:lnTo>
                <a:lnTo>
                  <a:pt x="2160018" y="3897"/>
                </a:lnTo>
                <a:lnTo>
                  <a:pt x="2520012" y="3897"/>
                </a:lnTo>
                <a:lnTo>
                  <a:pt x="2520012" y="0"/>
                </a:lnTo>
                <a:lnTo>
                  <a:pt x="3599997" y="0"/>
                </a:lnTo>
                <a:lnTo>
                  <a:pt x="3960012" y="360015"/>
                </a:lnTo>
                <a:lnTo>
                  <a:pt x="3960012" y="1799997"/>
                </a:lnTo>
                <a:lnTo>
                  <a:pt x="3600009" y="2160000"/>
                </a:lnTo>
                <a:lnTo>
                  <a:pt x="2880008" y="2160000"/>
                </a:lnTo>
                <a:lnTo>
                  <a:pt x="2520012" y="1800004"/>
                </a:lnTo>
                <a:lnTo>
                  <a:pt x="2520012" y="1260000"/>
                </a:lnTo>
                <a:lnTo>
                  <a:pt x="2880012" y="1260000"/>
                </a:lnTo>
                <a:lnTo>
                  <a:pt x="2880012" y="1619992"/>
                </a:lnTo>
                <a:lnTo>
                  <a:pt x="3060015" y="1799995"/>
                </a:lnTo>
                <a:lnTo>
                  <a:pt x="3420007" y="1799995"/>
                </a:lnTo>
                <a:lnTo>
                  <a:pt x="3600011" y="1619991"/>
                </a:lnTo>
                <a:lnTo>
                  <a:pt x="3600011" y="540011"/>
                </a:lnTo>
                <a:lnTo>
                  <a:pt x="3419995" y="359995"/>
                </a:lnTo>
                <a:lnTo>
                  <a:pt x="3060013" y="359995"/>
                </a:lnTo>
                <a:lnTo>
                  <a:pt x="3060008" y="360000"/>
                </a:lnTo>
                <a:lnTo>
                  <a:pt x="2877247" y="360000"/>
                </a:lnTo>
                <a:lnTo>
                  <a:pt x="2877247" y="363895"/>
                </a:lnTo>
                <a:lnTo>
                  <a:pt x="1797254" y="363895"/>
                </a:lnTo>
                <a:lnTo>
                  <a:pt x="1797254" y="360000"/>
                </a:lnTo>
                <a:lnTo>
                  <a:pt x="1275034" y="360000"/>
                </a:lnTo>
                <a:lnTo>
                  <a:pt x="1080013" y="540004"/>
                </a:lnTo>
                <a:lnTo>
                  <a:pt x="1080013" y="900000"/>
                </a:lnTo>
                <a:lnTo>
                  <a:pt x="720018" y="900000"/>
                </a:lnTo>
                <a:lnTo>
                  <a:pt x="720018" y="359994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PH"/>
          </a:p>
        </p:txBody>
      </p:sp>
      <p:sp>
        <p:nvSpPr>
          <p:cNvPr id="45" name="Freeform: Shape 44">
            <a:extLst>
              <a:ext uri="{FF2B5EF4-FFF2-40B4-BE49-F238E27FC236}">
                <a16:creationId xmlns:a16="http://schemas.microsoft.com/office/drawing/2014/main" id="{19E1555D-148E-99B5-A065-78F578215A7E}"/>
              </a:ext>
            </a:extLst>
          </p:cNvPr>
          <p:cNvSpPr/>
          <p:nvPr/>
        </p:nvSpPr>
        <p:spPr>
          <a:xfrm>
            <a:off x="-1042985" y="3848100"/>
            <a:ext cx="355600" cy="774700"/>
          </a:xfrm>
          <a:custGeom>
            <a:avLst/>
            <a:gdLst>
              <a:gd name="connsiteX0" fmla="*/ 355600 w 355600"/>
              <a:gd name="connsiteY0" fmla="*/ 774700 h 774700"/>
              <a:gd name="connsiteX1" fmla="*/ 0 w 355600"/>
              <a:gd name="connsiteY1" fmla="*/ 419100 h 774700"/>
              <a:gd name="connsiteX2" fmla="*/ 0 w 355600"/>
              <a:gd name="connsiteY2" fmla="*/ 0 h 774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55600" h="774700">
                <a:moveTo>
                  <a:pt x="355600" y="774700"/>
                </a:moveTo>
                <a:lnTo>
                  <a:pt x="0" y="419100"/>
                </a:lnTo>
                <a:lnTo>
                  <a:pt x="0" y="0"/>
                </a:ln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4F683175-EC28-ABF3-77EB-89EE11D81ACB}"/>
              </a:ext>
            </a:extLst>
          </p:cNvPr>
          <p:cNvSpPr/>
          <p:nvPr/>
        </p:nvSpPr>
        <p:spPr>
          <a:xfrm>
            <a:off x="-1182685" y="4102100"/>
            <a:ext cx="330200" cy="533400"/>
          </a:xfrm>
          <a:custGeom>
            <a:avLst/>
            <a:gdLst>
              <a:gd name="connsiteX0" fmla="*/ 330200 w 330200"/>
              <a:gd name="connsiteY0" fmla="*/ 533400 h 533400"/>
              <a:gd name="connsiteX1" fmla="*/ 0 w 330200"/>
              <a:gd name="connsiteY1" fmla="*/ 203200 h 533400"/>
              <a:gd name="connsiteX2" fmla="*/ 0 w 330200"/>
              <a:gd name="connsiteY2" fmla="*/ 0 h 53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30200" h="533400">
                <a:moveTo>
                  <a:pt x="330200" y="533400"/>
                </a:moveTo>
                <a:lnTo>
                  <a:pt x="0" y="203200"/>
                </a:lnTo>
                <a:lnTo>
                  <a:pt x="0" y="0"/>
                </a:ln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28429C41-582F-725A-EE86-5C8F5611BFF0}"/>
              </a:ext>
            </a:extLst>
          </p:cNvPr>
          <p:cNvSpPr/>
          <p:nvPr/>
        </p:nvSpPr>
        <p:spPr>
          <a:xfrm>
            <a:off x="-1096966" y="3739650"/>
            <a:ext cx="107950" cy="10795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AE9A6C41-8014-A197-1099-29BE1CB29028}"/>
              </a:ext>
            </a:extLst>
          </p:cNvPr>
          <p:cNvSpPr/>
          <p:nvPr/>
        </p:nvSpPr>
        <p:spPr>
          <a:xfrm>
            <a:off x="-1231900" y="3993300"/>
            <a:ext cx="107950" cy="10795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61" name="Freeform: Shape 160">
            <a:extLst>
              <a:ext uri="{FF2B5EF4-FFF2-40B4-BE49-F238E27FC236}">
                <a16:creationId xmlns:a16="http://schemas.microsoft.com/office/drawing/2014/main" id="{5182208C-439A-9BBC-77DD-E15289BED935}"/>
              </a:ext>
            </a:extLst>
          </p:cNvPr>
          <p:cNvSpPr/>
          <p:nvPr/>
        </p:nvSpPr>
        <p:spPr>
          <a:xfrm>
            <a:off x="-1108549" y="3100388"/>
            <a:ext cx="6690249" cy="885824"/>
          </a:xfrm>
          <a:custGeom>
            <a:avLst/>
            <a:gdLst>
              <a:gd name="connsiteX0" fmla="*/ 6447312 w 6690249"/>
              <a:gd name="connsiteY0" fmla="*/ 395545 h 885824"/>
              <a:gd name="connsiteX1" fmla="*/ 6607753 w 6690249"/>
              <a:gd name="connsiteY1" fmla="*/ 395545 h 885824"/>
              <a:gd name="connsiteX2" fmla="*/ 6607753 w 6690249"/>
              <a:gd name="connsiteY2" fmla="*/ 399797 h 885824"/>
              <a:gd name="connsiteX3" fmla="*/ 6690249 w 6690249"/>
              <a:gd name="connsiteY3" fmla="*/ 441045 h 885824"/>
              <a:gd name="connsiteX4" fmla="*/ 6607753 w 6690249"/>
              <a:gd name="connsiteY4" fmla="*/ 482293 h 885824"/>
              <a:gd name="connsiteX5" fmla="*/ 6607753 w 6690249"/>
              <a:gd name="connsiteY5" fmla="*/ 485545 h 885824"/>
              <a:gd name="connsiteX6" fmla="*/ 6601249 w 6690249"/>
              <a:gd name="connsiteY6" fmla="*/ 485545 h 885824"/>
              <a:gd name="connsiteX7" fmla="*/ 6600249 w 6690249"/>
              <a:gd name="connsiteY7" fmla="*/ 486045 h 885824"/>
              <a:gd name="connsiteX8" fmla="*/ 6600249 w 6690249"/>
              <a:gd name="connsiteY8" fmla="*/ 485545 h 885824"/>
              <a:gd name="connsiteX9" fmla="*/ 6447312 w 6690249"/>
              <a:gd name="connsiteY9" fmla="*/ 485545 h 885824"/>
              <a:gd name="connsiteX10" fmla="*/ 442912 w 6690249"/>
              <a:gd name="connsiteY10" fmla="*/ 0 h 885824"/>
              <a:gd name="connsiteX11" fmla="*/ 541209 w 6690249"/>
              <a:gd name="connsiteY11" fmla="*/ 344615 h 885824"/>
              <a:gd name="connsiteX12" fmla="*/ 719762 w 6690249"/>
              <a:gd name="connsiteY12" fmla="*/ 395545 h 885824"/>
              <a:gd name="connsiteX13" fmla="*/ 5842709 w 6690249"/>
              <a:gd name="connsiteY13" fmla="*/ 395545 h 885824"/>
              <a:gd name="connsiteX14" fmla="*/ 5842709 w 6690249"/>
              <a:gd name="connsiteY14" fmla="*/ 485545 h 885824"/>
              <a:gd name="connsiteX15" fmla="*/ 736359 w 6690249"/>
              <a:gd name="connsiteY15" fmla="*/ 485545 h 885824"/>
              <a:gd name="connsiteX16" fmla="*/ 541209 w 6690249"/>
              <a:gd name="connsiteY16" fmla="*/ 541209 h 885824"/>
              <a:gd name="connsiteX17" fmla="*/ 442912 w 6690249"/>
              <a:gd name="connsiteY17" fmla="*/ 885824 h 885824"/>
              <a:gd name="connsiteX18" fmla="*/ 344615 w 6690249"/>
              <a:gd name="connsiteY18" fmla="*/ 541209 h 885824"/>
              <a:gd name="connsiteX19" fmla="*/ 0 w 6690249"/>
              <a:gd name="connsiteY19" fmla="*/ 442912 h 885824"/>
              <a:gd name="connsiteX20" fmla="*/ 344615 w 6690249"/>
              <a:gd name="connsiteY20" fmla="*/ 344615 h 8858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6690249" h="885824">
                <a:moveTo>
                  <a:pt x="6447312" y="395545"/>
                </a:moveTo>
                <a:lnTo>
                  <a:pt x="6607753" y="395545"/>
                </a:lnTo>
                <a:lnTo>
                  <a:pt x="6607753" y="399797"/>
                </a:lnTo>
                <a:lnTo>
                  <a:pt x="6690249" y="441045"/>
                </a:lnTo>
                <a:lnTo>
                  <a:pt x="6607753" y="482293"/>
                </a:lnTo>
                <a:lnTo>
                  <a:pt x="6607753" y="485545"/>
                </a:lnTo>
                <a:lnTo>
                  <a:pt x="6601249" y="485545"/>
                </a:lnTo>
                <a:lnTo>
                  <a:pt x="6600249" y="486045"/>
                </a:lnTo>
                <a:lnTo>
                  <a:pt x="6600249" y="485545"/>
                </a:lnTo>
                <a:lnTo>
                  <a:pt x="6447312" y="485545"/>
                </a:lnTo>
                <a:close/>
                <a:moveTo>
                  <a:pt x="442912" y="0"/>
                </a:moveTo>
                <a:lnTo>
                  <a:pt x="541209" y="344615"/>
                </a:lnTo>
                <a:lnTo>
                  <a:pt x="719762" y="395545"/>
                </a:lnTo>
                <a:lnTo>
                  <a:pt x="5842709" y="395545"/>
                </a:lnTo>
                <a:lnTo>
                  <a:pt x="5842709" y="485545"/>
                </a:lnTo>
                <a:lnTo>
                  <a:pt x="736359" y="485545"/>
                </a:lnTo>
                <a:lnTo>
                  <a:pt x="541209" y="541209"/>
                </a:lnTo>
                <a:lnTo>
                  <a:pt x="442912" y="885824"/>
                </a:lnTo>
                <a:lnTo>
                  <a:pt x="344615" y="541209"/>
                </a:lnTo>
                <a:lnTo>
                  <a:pt x="0" y="442912"/>
                </a:lnTo>
                <a:lnTo>
                  <a:pt x="344615" y="344615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PH"/>
          </a:p>
        </p:txBody>
      </p:sp>
      <p:sp>
        <p:nvSpPr>
          <p:cNvPr id="146" name="Freeform: Shape 145">
            <a:extLst>
              <a:ext uri="{FF2B5EF4-FFF2-40B4-BE49-F238E27FC236}">
                <a16:creationId xmlns:a16="http://schemas.microsoft.com/office/drawing/2014/main" id="{9FDCFC0B-B9AA-B6C5-F036-6B0D847A9696}"/>
              </a:ext>
            </a:extLst>
          </p:cNvPr>
          <p:cNvSpPr/>
          <p:nvPr/>
        </p:nvSpPr>
        <p:spPr>
          <a:xfrm flipH="1" flipV="1">
            <a:off x="7074316" y="2463290"/>
            <a:ext cx="1440000" cy="2160000"/>
          </a:xfrm>
          <a:custGeom>
            <a:avLst/>
            <a:gdLst>
              <a:gd name="connsiteX0" fmla="*/ 1080000 w 1440000"/>
              <a:gd name="connsiteY0" fmla="*/ 2160000 h 2160000"/>
              <a:gd name="connsiteX1" fmla="*/ 360000 w 1440000"/>
              <a:gd name="connsiteY1" fmla="*/ 2160000 h 2160000"/>
              <a:gd name="connsiteX2" fmla="*/ 0 w 1440000"/>
              <a:gd name="connsiteY2" fmla="*/ 1800000 h 2160000"/>
              <a:gd name="connsiteX3" fmla="*/ 0 w 1440000"/>
              <a:gd name="connsiteY3" fmla="*/ 360000 h 2160000"/>
              <a:gd name="connsiteX4" fmla="*/ 360000 w 1440000"/>
              <a:gd name="connsiteY4" fmla="*/ 0 h 2160000"/>
              <a:gd name="connsiteX5" fmla="*/ 360000 w 1440000"/>
              <a:gd name="connsiteY5" fmla="*/ 1616695 h 2160000"/>
              <a:gd name="connsiteX6" fmla="*/ 543305 w 1440000"/>
              <a:gd name="connsiteY6" fmla="*/ 1800000 h 2160000"/>
              <a:gd name="connsiteX7" fmla="*/ 1440000 w 1440000"/>
              <a:gd name="connsiteY7" fmla="*/ 1800000 h 216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440000" h="2160000">
                <a:moveTo>
                  <a:pt x="1080000" y="2160000"/>
                </a:moveTo>
                <a:lnTo>
                  <a:pt x="360000" y="2160000"/>
                </a:lnTo>
                <a:lnTo>
                  <a:pt x="0" y="1800000"/>
                </a:lnTo>
                <a:lnTo>
                  <a:pt x="0" y="360000"/>
                </a:lnTo>
                <a:lnTo>
                  <a:pt x="360000" y="0"/>
                </a:lnTo>
                <a:lnTo>
                  <a:pt x="360000" y="1616695"/>
                </a:lnTo>
                <a:lnTo>
                  <a:pt x="543305" y="1800000"/>
                </a:lnTo>
                <a:lnTo>
                  <a:pt x="1440000" y="1800000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PH"/>
          </a:p>
        </p:txBody>
      </p:sp>
      <p:sp>
        <p:nvSpPr>
          <p:cNvPr id="204" name="Freeform: Shape 203">
            <a:extLst>
              <a:ext uri="{FF2B5EF4-FFF2-40B4-BE49-F238E27FC236}">
                <a16:creationId xmlns:a16="http://schemas.microsoft.com/office/drawing/2014/main" id="{3B0BF55A-7275-6D82-B30D-DE53CCDBB808}"/>
              </a:ext>
            </a:extLst>
          </p:cNvPr>
          <p:cNvSpPr/>
          <p:nvPr/>
        </p:nvSpPr>
        <p:spPr>
          <a:xfrm flipH="1" flipV="1">
            <a:off x="13193908" y="2461433"/>
            <a:ext cx="1440000" cy="2160000"/>
          </a:xfrm>
          <a:custGeom>
            <a:avLst/>
            <a:gdLst>
              <a:gd name="connsiteX0" fmla="*/ 1440000 w 1440000"/>
              <a:gd name="connsiteY0" fmla="*/ 1212509 h 2160000"/>
              <a:gd name="connsiteX1" fmla="*/ 1080002 w 1440000"/>
              <a:gd name="connsiteY1" fmla="*/ 852511 h 2160000"/>
              <a:gd name="connsiteX2" fmla="*/ 1080002 w 1440000"/>
              <a:gd name="connsiteY2" fmla="*/ 0 h 2160000"/>
              <a:gd name="connsiteX3" fmla="*/ 1440000 w 1440000"/>
              <a:gd name="connsiteY3" fmla="*/ 0 h 2160000"/>
              <a:gd name="connsiteX4" fmla="*/ 0 w 1440000"/>
              <a:gd name="connsiteY4" fmla="*/ 1218478 h 2160000"/>
              <a:gd name="connsiteX5" fmla="*/ 0 w 1440000"/>
              <a:gd name="connsiteY5" fmla="*/ 0 h 2160000"/>
              <a:gd name="connsiteX6" fmla="*/ 360003 w 1440000"/>
              <a:gd name="connsiteY6" fmla="*/ 0 h 2160000"/>
              <a:gd name="connsiteX7" fmla="*/ 360003 w 1440000"/>
              <a:gd name="connsiteY7" fmla="*/ 858475 h 2160000"/>
              <a:gd name="connsiteX8" fmla="*/ 1440000 w 1440000"/>
              <a:gd name="connsiteY8" fmla="*/ 2160000 h 2160000"/>
              <a:gd name="connsiteX9" fmla="*/ 1433732 w 1440000"/>
              <a:gd name="connsiteY9" fmla="*/ 2160000 h 2160000"/>
              <a:gd name="connsiteX10" fmla="*/ 1081369 w 1440000"/>
              <a:gd name="connsiteY10" fmla="*/ 1807637 h 2160000"/>
              <a:gd name="connsiteX11" fmla="*/ 1081369 w 1440000"/>
              <a:gd name="connsiteY11" fmla="*/ 1465574 h 2160000"/>
              <a:gd name="connsiteX12" fmla="*/ 896985 w 1440000"/>
              <a:gd name="connsiteY12" fmla="*/ 1265993 h 2160000"/>
              <a:gd name="connsiteX13" fmla="*/ 528275 w 1440000"/>
              <a:gd name="connsiteY13" fmla="*/ 1265993 h 2160000"/>
              <a:gd name="connsiteX14" fmla="*/ 361370 w 1440000"/>
              <a:gd name="connsiteY14" fmla="*/ 1446655 h 2160000"/>
              <a:gd name="connsiteX15" fmla="*/ 361370 w 1440000"/>
              <a:gd name="connsiteY15" fmla="*/ 2160000 h 2160000"/>
              <a:gd name="connsiteX16" fmla="*/ 0 w 1440000"/>
              <a:gd name="connsiteY16" fmla="*/ 2160000 h 2160000"/>
              <a:gd name="connsiteX17" fmla="*/ 0 w 1440000"/>
              <a:gd name="connsiteY17" fmla="*/ 1275628 h 2160000"/>
              <a:gd name="connsiteX18" fmla="*/ 367825 w 1440000"/>
              <a:gd name="connsiteY18" fmla="*/ 907803 h 2160000"/>
              <a:gd name="connsiteX19" fmla="*/ 1078144 w 1440000"/>
              <a:gd name="connsiteY19" fmla="*/ 907803 h 2160000"/>
              <a:gd name="connsiteX20" fmla="*/ 1440000 w 1440000"/>
              <a:gd name="connsiteY20" fmla="*/ 1269659 h 216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1440000" h="2160000">
                <a:moveTo>
                  <a:pt x="1440000" y="1212509"/>
                </a:moveTo>
                <a:lnTo>
                  <a:pt x="1080002" y="852511"/>
                </a:lnTo>
                <a:lnTo>
                  <a:pt x="1080002" y="0"/>
                </a:lnTo>
                <a:lnTo>
                  <a:pt x="1440000" y="0"/>
                </a:lnTo>
                <a:close/>
                <a:moveTo>
                  <a:pt x="0" y="1218478"/>
                </a:moveTo>
                <a:lnTo>
                  <a:pt x="0" y="0"/>
                </a:lnTo>
                <a:lnTo>
                  <a:pt x="360003" y="0"/>
                </a:lnTo>
                <a:lnTo>
                  <a:pt x="360003" y="858475"/>
                </a:lnTo>
                <a:close/>
                <a:moveTo>
                  <a:pt x="1440000" y="2160000"/>
                </a:moveTo>
                <a:lnTo>
                  <a:pt x="1433732" y="2160000"/>
                </a:lnTo>
                <a:lnTo>
                  <a:pt x="1081369" y="1807637"/>
                </a:lnTo>
                <a:lnTo>
                  <a:pt x="1081369" y="1465574"/>
                </a:lnTo>
                <a:lnTo>
                  <a:pt x="896985" y="1265993"/>
                </a:lnTo>
                <a:lnTo>
                  <a:pt x="528275" y="1265993"/>
                </a:lnTo>
                <a:lnTo>
                  <a:pt x="361370" y="1446655"/>
                </a:lnTo>
                <a:lnTo>
                  <a:pt x="361370" y="2160000"/>
                </a:lnTo>
                <a:lnTo>
                  <a:pt x="0" y="2160000"/>
                </a:lnTo>
                <a:lnTo>
                  <a:pt x="0" y="1275628"/>
                </a:lnTo>
                <a:lnTo>
                  <a:pt x="367825" y="907803"/>
                </a:lnTo>
                <a:lnTo>
                  <a:pt x="1078144" y="907803"/>
                </a:lnTo>
                <a:lnTo>
                  <a:pt x="1440000" y="1269659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9219188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323417-19BA-C8B8-72CF-E1D35C9BCD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Freeform: Shape 196">
            <a:extLst>
              <a:ext uri="{FF2B5EF4-FFF2-40B4-BE49-F238E27FC236}">
                <a16:creationId xmlns:a16="http://schemas.microsoft.com/office/drawing/2014/main" id="{8FE23B18-3476-E3AD-FB54-C41BDACC264F}"/>
              </a:ext>
            </a:extLst>
          </p:cNvPr>
          <p:cNvSpPr/>
          <p:nvPr/>
        </p:nvSpPr>
        <p:spPr>
          <a:xfrm flipH="1" flipV="1">
            <a:off x="8233429" y="2459576"/>
            <a:ext cx="5319325" cy="2161857"/>
          </a:xfrm>
          <a:custGeom>
            <a:avLst/>
            <a:gdLst>
              <a:gd name="connsiteX0" fmla="*/ 3962249 w 5319325"/>
              <a:gd name="connsiteY0" fmla="*/ 1190260 h 2161857"/>
              <a:gd name="connsiteX1" fmla="*/ 3602062 w 5319325"/>
              <a:gd name="connsiteY1" fmla="*/ 830073 h 2161857"/>
              <a:gd name="connsiteX2" fmla="*/ 3602062 w 5319325"/>
              <a:gd name="connsiteY2" fmla="*/ 543869 h 2161857"/>
              <a:gd name="connsiteX3" fmla="*/ 3422103 w 5319325"/>
              <a:gd name="connsiteY3" fmla="*/ 363910 h 2161857"/>
              <a:gd name="connsiteX4" fmla="*/ 3319731 w 5319325"/>
              <a:gd name="connsiteY4" fmla="*/ 363910 h 2161857"/>
              <a:gd name="connsiteX5" fmla="*/ 3319731 w 5319325"/>
              <a:gd name="connsiteY5" fmla="*/ 363909 h 2161857"/>
              <a:gd name="connsiteX6" fmla="*/ 2522249 w 5319325"/>
              <a:gd name="connsiteY6" fmla="*/ 363909 h 2161857"/>
              <a:gd name="connsiteX7" fmla="*/ 2522249 w 5319325"/>
              <a:gd name="connsiteY7" fmla="*/ 1 h 2161857"/>
              <a:gd name="connsiteX8" fmla="*/ 3595405 w 5319325"/>
              <a:gd name="connsiteY8" fmla="*/ 1 h 2161857"/>
              <a:gd name="connsiteX9" fmla="*/ 3962249 w 5319325"/>
              <a:gd name="connsiteY9" fmla="*/ 366845 h 2161857"/>
              <a:gd name="connsiteX10" fmla="*/ 3962249 w 5319325"/>
              <a:gd name="connsiteY10" fmla="*/ 1717794 h 2161857"/>
              <a:gd name="connsiteX11" fmla="*/ 3602061 w 5319325"/>
              <a:gd name="connsiteY11" fmla="*/ 1717794 h 2161857"/>
              <a:gd name="connsiteX12" fmla="*/ 3602061 w 5319325"/>
              <a:gd name="connsiteY12" fmla="*/ 1445245 h 2161857"/>
              <a:gd name="connsiteX13" fmla="*/ 3414950 w 5319325"/>
              <a:gd name="connsiteY13" fmla="*/ 1258134 h 2161857"/>
              <a:gd name="connsiteX14" fmla="*/ 3319730 w 5319325"/>
              <a:gd name="connsiteY14" fmla="*/ 1258134 h 2161857"/>
              <a:gd name="connsiteX15" fmla="*/ 3319730 w 5319325"/>
              <a:gd name="connsiteY15" fmla="*/ 1258133 h 2161857"/>
              <a:gd name="connsiteX16" fmla="*/ 2522249 w 5319325"/>
              <a:gd name="connsiteY16" fmla="*/ 1258133 h 2161857"/>
              <a:gd name="connsiteX17" fmla="*/ 2522249 w 5319325"/>
              <a:gd name="connsiteY17" fmla="*/ 881783 h 2161857"/>
              <a:gd name="connsiteX18" fmla="*/ 2522439 w 5319325"/>
              <a:gd name="connsiteY18" fmla="*/ 881783 h 2161857"/>
              <a:gd name="connsiteX19" fmla="*/ 2522439 w 5319325"/>
              <a:gd name="connsiteY19" fmla="*/ 881784 h 2161857"/>
              <a:gd name="connsiteX20" fmla="*/ 3580707 w 5319325"/>
              <a:gd name="connsiteY20" fmla="*/ 881784 h 2161857"/>
              <a:gd name="connsiteX21" fmla="*/ 3962249 w 5319325"/>
              <a:gd name="connsiteY21" fmla="*/ 1263326 h 2161857"/>
              <a:gd name="connsiteX22" fmla="*/ 2158802 w 5319325"/>
              <a:gd name="connsiteY22" fmla="*/ 1743391 h 2161857"/>
              <a:gd name="connsiteX23" fmla="*/ 1667722 w 5319325"/>
              <a:gd name="connsiteY23" fmla="*/ 1743391 h 2161857"/>
              <a:gd name="connsiteX24" fmla="*/ 1798425 w 5319325"/>
              <a:gd name="connsiteY24" fmla="*/ 1621623 h 2161857"/>
              <a:gd name="connsiteX25" fmla="*/ 1798425 w 5319325"/>
              <a:gd name="connsiteY25" fmla="*/ 545843 h 2161857"/>
              <a:gd name="connsiteX26" fmla="*/ 1620691 w 5319325"/>
              <a:gd name="connsiteY26" fmla="*/ 380259 h 2161857"/>
              <a:gd name="connsiteX27" fmla="*/ 718802 w 5319325"/>
              <a:gd name="connsiteY27" fmla="*/ 380259 h 2161857"/>
              <a:gd name="connsiteX28" fmla="*/ 718802 w 5319325"/>
              <a:gd name="connsiteY28" fmla="*/ 0 h 2161857"/>
              <a:gd name="connsiteX29" fmla="*/ 1794936 w 5319325"/>
              <a:gd name="connsiteY29" fmla="*/ 0 h 2161857"/>
              <a:gd name="connsiteX30" fmla="*/ 2158802 w 5319325"/>
              <a:gd name="connsiteY30" fmla="*/ 363866 h 2161857"/>
              <a:gd name="connsiteX31" fmla="*/ 4679189 w 5319325"/>
              <a:gd name="connsiteY31" fmla="*/ 2161857 h 2161857"/>
              <a:gd name="connsiteX32" fmla="*/ 3599196 w 5319325"/>
              <a:gd name="connsiteY32" fmla="*/ 2161857 h 2161857"/>
              <a:gd name="connsiteX33" fmla="*/ 3599196 w 5319325"/>
              <a:gd name="connsiteY33" fmla="*/ 2160001 h 2161857"/>
              <a:gd name="connsiteX34" fmla="*/ 2878680 w 5319325"/>
              <a:gd name="connsiteY34" fmla="*/ 2160001 h 2161857"/>
              <a:gd name="connsiteX35" fmla="*/ 2878680 w 5319325"/>
              <a:gd name="connsiteY35" fmla="*/ 2161857 h 2161857"/>
              <a:gd name="connsiteX36" fmla="*/ 1798686 w 5319325"/>
              <a:gd name="connsiteY36" fmla="*/ 2161857 h 2161857"/>
              <a:gd name="connsiteX37" fmla="*/ 1798686 w 5319325"/>
              <a:gd name="connsiteY37" fmla="*/ 2160000 h 2161857"/>
              <a:gd name="connsiteX38" fmla="*/ 1079994 w 5319325"/>
              <a:gd name="connsiteY38" fmla="*/ 2160000 h 2161857"/>
              <a:gd name="connsiteX39" fmla="*/ 1079994 w 5319325"/>
              <a:gd name="connsiteY39" fmla="*/ 2160491 h 2161857"/>
              <a:gd name="connsiteX40" fmla="*/ 353069 w 5319325"/>
              <a:gd name="connsiteY40" fmla="*/ 2160491 h 2161857"/>
              <a:gd name="connsiteX41" fmla="*/ 0 w 5319325"/>
              <a:gd name="connsiteY41" fmla="*/ 1807422 h 2161857"/>
              <a:gd name="connsiteX42" fmla="*/ 0 w 5319325"/>
              <a:gd name="connsiteY42" fmla="*/ 1800493 h 2161857"/>
              <a:gd name="connsiteX43" fmla="*/ 326774 w 5319325"/>
              <a:gd name="connsiteY43" fmla="*/ 1800493 h 2161857"/>
              <a:gd name="connsiteX44" fmla="*/ 326774 w 5319325"/>
              <a:gd name="connsiteY44" fmla="*/ 1833391 h 2161857"/>
              <a:gd name="connsiteX45" fmla="*/ 4992715 w 5319325"/>
              <a:gd name="connsiteY45" fmla="*/ 1833391 h 2161857"/>
              <a:gd name="connsiteX46" fmla="*/ 5319325 w 5319325"/>
              <a:gd name="connsiteY46" fmla="*/ 2160001 h 2161857"/>
              <a:gd name="connsiteX47" fmla="*/ 4679189 w 5319325"/>
              <a:gd name="connsiteY47" fmla="*/ 2160001 h 21618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5319325" h="2161857">
                <a:moveTo>
                  <a:pt x="3962249" y="1190260"/>
                </a:moveTo>
                <a:lnTo>
                  <a:pt x="3602062" y="830073"/>
                </a:lnTo>
                <a:lnTo>
                  <a:pt x="3602062" y="543869"/>
                </a:lnTo>
                <a:lnTo>
                  <a:pt x="3422103" y="363910"/>
                </a:lnTo>
                <a:lnTo>
                  <a:pt x="3319731" y="363910"/>
                </a:lnTo>
                <a:lnTo>
                  <a:pt x="3319731" y="363909"/>
                </a:lnTo>
                <a:lnTo>
                  <a:pt x="2522249" y="363909"/>
                </a:lnTo>
                <a:lnTo>
                  <a:pt x="2522249" y="1"/>
                </a:lnTo>
                <a:lnTo>
                  <a:pt x="3595405" y="1"/>
                </a:lnTo>
                <a:lnTo>
                  <a:pt x="3962249" y="366845"/>
                </a:lnTo>
                <a:close/>
                <a:moveTo>
                  <a:pt x="3962249" y="1717794"/>
                </a:moveTo>
                <a:lnTo>
                  <a:pt x="3602061" y="1717794"/>
                </a:lnTo>
                <a:lnTo>
                  <a:pt x="3602061" y="1445245"/>
                </a:lnTo>
                <a:lnTo>
                  <a:pt x="3414950" y="1258134"/>
                </a:lnTo>
                <a:lnTo>
                  <a:pt x="3319730" y="1258134"/>
                </a:lnTo>
                <a:lnTo>
                  <a:pt x="3319730" y="1258133"/>
                </a:lnTo>
                <a:lnTo>
                  <a:pt x="2522249" y="1258133"/>
                </a:lnTo>
                <a:lnTo>
                  <a:pt x="2522249" y="881783"/>
                </a:lnTo>
                <a:lnTo>
                  <a:pt x="2522439" y="881783"/>
                </a:lnTo>
                <a:lnTo>
                  <a:pt x="2522439" y="881784"/>
                </a:lnTo>
                <a:lnTo>
                  <a:pt x="3580707" y="881784"/>
                </a:lnTo>
                <a:lnTo>
                  <a:pt x="3962249" y="1263326"/>
                </a:lnTo>
                <a:close/>
                <a:moveTo>
                  <a:pt x="2158802" y="1743391"/>
                </a:moveTo>
                <a:lnTo>
                  <a:pt x="1667722" y="1743391"/>
                </a:lnTo>
                <a:lnTo>
                  <a:pt x="1798425" y="1621623"/>
                </a:lnTo>
                <a:lnTo>
                  <a:pt x="1798425" y="545843"/>
                </a:lnTo>
                <a:lnTo>
                  <a:pt x="1620691" y="380259"/>
                </a:lnTo>
                <a:lnTo>
                  <a:pt x="718802" y="380259"/>
                </a:lnTo>
                <a:lnTo>
                  <a:pt x="718802" y="0"/>
                </a:lnTo>
                <a:lnTo>
                  <a:pt x="1794936" y="0"/>
                </a:lnTo>
                <a:lnTo>
                  <a:pt x="2158802" y="363866"/>
                </a:lnTo>
                <a:close/>
                <a:moveTo>
                  <a:pt x="4679189" y="2161857"/>
                </a:moveTo>
                <a:lnTo>
                  <a:pt x="3599196" y="2161857"/>
                </a:lnTo>
                <a:lnTo>
                  <a:pt x="3599196" y="2160001"/>
                </a:lnTo>
                <a:lnTo>
                  <a:pt x="2878680" y="2160001"/>
                </a:lnTo>
                <a:lnTo>
                  <a:pt x="2878680" y="2161857"/>
                </a:lnTo>
                <a:lnTo>
                  <a:pt x="1798686" y="2161857"/>
                </a:lnTo>
                <a:lnTo>
                  <a:pt x="1798686" y="2160000"/>
                </a:lnTo>
                <a:lnTo>
                  <a:pt x="1079994" y="2160000"/>
                </a:lnTo>
                <a:lnTo>
                  <a:pt x="1079994" y="2160491"/>
                </a:lnTo>
                <a:lnTo>
                  <a:pt x="353069" y="2160491"/>
                </a:lnTo>
                <a:lnTo>
                  <a:pt x="0" y="1807422"/>
                </a:lnTo>
                <a:lnTo>
                  <a:pt x="0" y="1800493"/>
                </a:lnTo>
                <a:lnTo>
                  <a:pt x="326774" y="1800493"/>
                </a:lnTo>
                <a:lnTo>
                  <a:pt x="326774" y="1833391"/>
                </a:lnTo>
                <a:lnTo>
                  <a:pt x="4992715" y="1833391"/>
                </a:lnTo>
                <a:lnTo>
                  <a:pt x="5319325" y="2160001"/>
                </a:lnTo>
                <a:lnTo>
                  <a:pt x="4679189" y="2160001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PH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1D9352C0-6A5D-5475-8B2F-6F72CED24C95}"/>
              </a:ext>
            </a:extLst>
          </p:cNvPr>
          <p:cNvSpPr/>
          <p:nvPr/>
        </p:nvSpPr>
        <p:spPr>
          <a:xfrm>
            <a:off x="234373" y="2463300"/>
            <a:ext cx="1440000" cy="2160000"/>
          </a:xfrm>
          <a:custGeom>
            <a:avLst/>
            <a:gdLst>
              <a:gd name="connsiteX0" fmla="*/ 353960 w 1440000"/>
              <a:gd name="connsiteY0" fmla="*/ 0 h 2160000"/>
              <a:gd name="connsiteX1" fmla="*/ 1080000 w 1440000"/>
              <a:gd name="connsiteY1" fmla="*/ 0 h 2160000"/>
              <a:gd name="connsiteX2" fmla="*/ 1440000 w 1440000"/>
              <a:gd name="connsiteY2" fmla="*/ 360000 h 2160000"/>
              <a:gd name="connsiteX3" fmla="*/ 1440000 w 1440000"/>
              <a:gd name="connsiteY3" fmla="*/ 2160000 h 2160000"/>
              <a:gd name="connsiteX4" fmla="*/ 1080000 w 1440000"/>
              <a:gd name="connsiteY4" fmla="*/ 1800000 h 2160000"/>
              <a:gd name="connsiteX5" fmla="*/ 1080000 w 1440000"/>
              <a:gd name="connsiteY5" fmla="*/ 540012 h 2160000"/>
              <a:gd name="connsiteX6" fmla="*/ 899988 w 1440000"/>
              <a:gd name="connsiteY6" fmla="*/ 360000 h 2160000"/>
              <a:gd name="connsiteX7" fmla="*/ 539996 w 1440000"/>
              <a:gd name="connsiteY7" fmla="*/ 360000 h 2160000"/>
              <a:gd name="connsiteX8" fmla="*/ 360001 w 1440000"/>
              <a:gd name="connsiteY8" fmla="*/ 539995 h 2160000"/>
              <a:gd name="connsiteX9" fmla="*/ 360001 w 1440000"/>
              <a:gd name="connsiteY9" fmla="*/ 1799999 h 2160000"/>
              <a:gd name="connsiteX10" fmla="*/ 0 w 1440000"/>
              <a:gd name="connsiteY10" fmla="*/ 2160000 h 2160000"/>
              <a:gd name="connsiteX11" fmla="*/ 0 w 1440000"/>
              <a:gd name="connsiteY11" fmla="*/ 353960 h 216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440000" h="2160000">
                <a:moveTo>
                  <a:pt x="353960" y="0"/>
                </a:moveTo>
                <a:lnTo>
                  <a:pt x="1080000" y="0"/>
                </a:lnTo>
                <a:lnTo>
                  <a:pt x="1440000" y="360000"/>
                </a:lnTo>
                <a:lnTo>
                  <a:pt x="1440000" y="2160000"/>
                </a:lnTo>
                <a:lnTo>
                  <a:pt x="1080000" y="1800000"/>
                </a:lnTo>
                <a:lnTo>
                  <a:pt x="1080000" y="540012"/>
                </a:lnTo>
                <a:lnTo>
                  <a:pt x="899988" y="360000"/>
                </a:lnTo>
                <a:lnTo>
                  <a:pt x="539996" y="360000"/>
                </a:lnTo>
                <a:lnTo>
                  <a:pt x="360001" y="539995"/>
                </a:lnTo>
                <a:lnTo>
                  <a:pt x="360001" y="1799999"/>
                </a:lnTo>
                <a:lnTo>
                  <a:pt x="0" y="2160000"/>
                </a:lnTo>
                <a:lnTo>
                  <a:pt x="0" y="353960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PH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E58ADEB0-5F27-3A4A-96B0-0AACA887C5A3}"/>
              </a:ext>
            </a:extLst>
          </p:cNvPr>
          <p:cNvSpPr/>
          <p:nvPr/>
        </p:nvSpPr>
        <p:spPr>
          <a:xfrm>
            <a:off x="-845627" y="2463300"/>
            <a:ext cx="1440000" cy="2160000"/>
          </a:xfrm>
          <a:custGeom>
            <a:avLst/>
            <a:gdLst>
              <a:gd name="connsiteX0" fmla="*/ 360000 w 1440000"/>
              <a:gd name="connsiteY0" fmla="*/ 1227709 h 2160000"/>
              <a:gd name="connsiteX1" fmla="*/ 360000 w 1440000"/>
              <a:gd name="connsiteY1" fmla="*/ 1620004 h 2160000"/>
              <a:gd name="connsiteX2" fmla="*/ 539996 w 1440000"/>
              <a:gd name="connsiteY2" fmla="*/ 1800000 h 2160000"/>
              <a:gd name="connsiteX3" fmla="*/ 1440000 w 1440000"/>
              <a:gd name="connsiteY3" fmla="*/ 1800000 h 2160000"/>
              <a:gd name="connsiteX4" fmla="*/ 1080000 w 1440000"/>
              <a:gd name="connsiteY4" fmla="*/ 2160000 h 2160000"/>
              <a:gd name="connsiteX5" fmla="*/ 360000 w 1440000"/>
              <a:gd name="connsiteY5" fmla="*/ 2160000 h 2160000"/>
              <a:gd name="connsiteX6" fmla="*/ 0 w 1440000"/>
              <a:gd name="connsiteY6" fmla="*/ 1800000 h 2160000"/>
              <a:gd name="connsiteX7" fmla="*/ 0 w 1440000"/>
              <a:gd name="connsiteY7" fmla="*/ 1230235 h 2160000"/>
              <a:gd name="connsiteX8" fmla="*/ 17796 w 1440000"/>
              <a:gd name="connsiteY8" fmla="*/ 1236164 h 2160000"/>
              <a:gd name="connsiteX9" fmla="*/ 176209 w 1440000"/>
              <a:gd name="connsiteY9" fmla="*/ 1711643 h 2160000"/>
              <a:gd name="connsiteX10" fmla="*/ 334622 w 1440000"/>
              <a:gd name="connsiteY10" fmla="*/ 1236164 h 2160000"/>
              <a:gd name="connsiteX11" fmla="*/ 360000 w 1440000"/>
              <a:gd name="connsiteY11" fmla="*/ 0 h 2160000"/>
              <a:gd name="connsiteX12" fmla="*/ 360000 w 1440000"/>
              <a:gd name="connsiteY12" fmla="*/ 927793 h 2160000"/>
              <a:gd name="connsiteX13" fmla="*/ 334622 w 1440000"/>
              <a:gd name="connsiteY13" fmla="*/ 919338 h 2160000"/>
              <a:gd name="connsiteX14" fmla="*/ 176209 w 1440000"/>
              <a:gd name="connsiteY14" fmla="*/ 443859 h 2160000"/>
              <a:gd name="connsiteX15" fmla="*/ 17796 w 1440000"/>
              <a:gd name="connsiteY15" fmla="*/ 919338 h 2160000"/>
              <a:gd name="connsiteX16" fmla="*/ 0 w 1440000"/>
              <a:gd name="connsiteY16" fmla="*/ 925267 h 2160000"/>
              <a:gd name="connsiteX17" fmla="*/ 0 w 1440000"/>
              <a:gd name="connsiteY17" fmla="*/ 360000 h 216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440000" h="2160000">
                <a:moveTo>
                  <a:pt x="360000" y="1227709"/>
                </a:moveTo>
                <a:lnTo>
                  <a:pt x="360000" y="1620004"/>
                </a:lnTo>
                <a:lnTo>
                  <a:pt x="539996" y="1800000"/>
                </a:lnTo>
                <a:lnTo>
                  <a:pt x="1440000" y="1800000"/>
                </a:lnTo>
                <a:lnTo>
                  <a:pt x="1080000" y="2160000"/>
                </a:lnTo>
                <a:lnTo>
                  <a:pt x="360000" y="2160000"/>
                </a:lnTo>
                <a:lnTo>
                  <a:pt x="0" y="1800000"/>
                </a:lnTo>
                <a:lnTo>
                  <a:pt x="0" y="1230235"/>
                </a:lnTo>
                <a:lnTo>
                  <a:pt x="17796" y="1236164"/>
                </a:lnTo>
                <a:lnTo>
                  <a:pt x="176209" y="1711643"/>
                </a:lnTo>
                <a:lnTo>
                  <a:pt x="334622" y="1236164"/>
                </a:lnTo>
                <a:close/>
                <a:moveTo>
                  <a:pt x="360000" y="0"/>
                </a:moveTo>
                <a:lnTo>
                  <a:pt x="360000" y="927793"/>
                </a:lnTo>
                <a:lnTo>
                  <a:pt x="334622" y="919338"/>
                </a:lnTo>
                <a:lnTo>
                  <a:pt x="176209" y="443859"/>
                </a:lnTo>
                <a:lnTo>
                  <a:pt x="17796" y="919338"/>
                </a:lnTo>
                <a:lnTo>
                  <a:pt x="0" y="925267"/>
                </a:lnTo>
                <a:lnTo>
                  <a:pt x="0" y="360000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PH"/>
          </a:p>
        </p:txBody>
      </p:sp>
      <p:sp>
        <p:nvSpPr>
          <p:cNvPr id="155" name="Freeform: Shape 154">
            <a:extLst>
              <a:ext uri="{FF2B5EF4-FFF2-40B4-BE49-F238E27FC236}">
                <a16:creationId xmlns:a16="http://schemas.microsoft.com/office/drawing/2014/main" id="{A8EF0973-7260-C4AB-D47C-9229C71DE672}"/>
              </a:ext>
            </a:extLst>
          </p:cNvPr>
          <p:cNvSpPr/>
          <p:nvPr/>
        </p:nvSpPr>
        <p:spPr>
          <a:xfrm>
            <a:off x="1314359" y="2463300"/>
            <a:ext cx="3960012" cy="2160000"/>
          </a:xfrm>
          <a:custGeom>
            <a:avLst/>
            <a:gdLst>
              <a:gd name="connsiteX0" fmla="*/ 1080012 w 3960012"/>
              <a:gd name="connsiteY0" fmla="*/ 0 h 2160000"/>
              <a:gd name="connsiteX1" fmla="*/ 2160018 w 3960012"/>
              <a:gd name="connsiteY1" fmla="*/ 0 h 2160000"/>
              <a:gd name="connsiteX2" fmla="*/ 2160018 w 3960012"/>
              <a:gd name="connsiteY2" fmla="*/ 3897 h 2160000"/>
              <a:gd name="connsiteX3" fmla="*/ 2520012 w 3960012"/>
              <a:gd name="connsiteY3" fmla="*/ 3897 h 2160000"/>
              <a:gd name="connsiteX4" fmla="*/ 2520012 w 3960012"/>
              <a:gd name="connsiteY4" fmla="*/ 0 h 2160000"/>
              <a:gd name="connsiteX5" fmla="*/ 3599997 w 3960012"/>
              <a:gd name="connsiteY5" fmla="*/ 0 h 2160000"/>
              <a:gd name="connsiteX6" fmla="*/ 3960012 w 3960012"/>
              <a:gd name="connsiteY6" fmla="*/ 360015 h 2160000"/>
              <a:gd name="connsiteX7" fmla="*/ 3960012 w 3960012"/>
              <a:gd name="connsiteY7" fmla="*/ 1799997 h 2160000"/>
              <a:gd name="connsiteX8" fmla="*/ 3600009 w 3960012"/>
              <a:gd name="connsiteY8" fmla="*/ 2160000 h 2160000"/>
              <a:gd name="connsiteX9" fmla="*/ 2880008 w 3960012"/>
              <a:gd name="connsiteY9" fmla="*/ 2160000 h 2160000"/>
              <a:gd name="connsiteX10" fmla="*/ 2520012 w 3960012"/>
              <a:gd name="connsiteY10" fmla="*/ 1800004 h 2160000"/>
              <a:gd name="connsiteX11" fmla="*/ 2520012 w 3960012"/>
              <a:gd name="connsiteY11" fmla="*/ 450000 h 2160000"/>
              <a:gd name="connsiteX12" fmla="*/ 2970008 w 3960012"/>
              <a:gd name="connsiteY12" fmla="*/ 450000 h 2160000"/>
              <a:gd name="connsiteX13" fmla="*/ 2880012 w 3960012"/>
              <a:gd name="connsiteY13" fmla="*/ 539996 h 2160000"/>
              <a:gd name="connsiteX14" fmla="*/ 2880012 w 3960012"/>
              <a:gd name="connsiteY14" fmla="*/ 1619992 h 2160000"/>
              <a:gd name="connsiteX15" fmla="*/ 3060015 w 3960012"/>
              <a:gd name="connsiteY15" fmla="*/ 1799995 h 2160000"/>
              <a:gd name="connsiteX16" fmla="*/ 3420007 w 3960012"/>
              <a:gd name="connsiteY16" fmla="*/ 1799995 h 2160000"/>
              <a:gd name="connsiteX17" fmla="*/ 3600011 w 3960012"/>
              <a:gd name="connsiteY17" fmla="*/ 1619991 h 2160000"/>
              <a:gd name="connsiteX18" fmla="*/ 3600011 w 3960012"/>
              <a:gd name="connsiteY18" fmla="*/ 540011 h 2160000"/>
              <a:gd name="connsiteX19" fmla="*/ 3419995 w 3960012"/>
              <a:gd name="connsiteY19" fmla="*/ 359995 h 2160000"/>
              <a:gd name="connsiteX20" fmla="*/ 3060013 w 3960012"/>
              <a:gd name="connsiteY20" fmla="*/ 359995 h 2160000"/>
              <a:gd name="connsiteX21" fmla="*/ 3060008 w 3960012"/>
              <a:gd name="connsiteY21" fmla="*/ 360000 h 2160000"/>
              <a:gd name="connsiteX22" fmla="*/ 2877247 w 3960012"/>
              <a:gd name="connsiteY22" fmla="*/ 360000 h 2160000"/>
              <a:gd name="connsiteX23" fmla="*/ 2877247 w 3960012"/>
              <a:gd name="connsiteY23" fmla="*/ 363895 h 2160000"/>
              <a:gd name="connsiteX24" fmla="*/ 1797254 w 3960012"/>
              <a:gd name="connsiteY24" fmla="*/ 363895 h 2160000"/>
              <a:gd name="connsiteX25" fmla="*/ 1797254 w 3960012"/>
              <a:gd name="connsiteY25" fmla="*/ 360000 h 2160000"/>
              <a:gd name="connsiteX26" fmla="*/ 1275034 w 3960012"/>
              <a:gd name="connsiteY26" fmla="*/ 360000 h 2160000"/>
              <a:gd name="connsiteX27" fmla="*/ 1080013 w 3960012"/>
              <a:gd name="connsiteY27" fmla="*/ 540004 h 2160000"/>
              <a:gd name="connsiteX28" fmla="*/ 1080013 w 3960012"/>
              <a:gd name="connsiteY28" fmla="*/ 900000 h 2160000"/>
              <a:gd name="connsiteX29" fmla="*/ 2160018 w 3960012"/>
              <a:gd name="connsiteY29" fmla="*/ 900000 h 2160000"/>
              <a:gd name="connsiteX30" fmla="*/ 2160018 w 3960012"/>
              <a:gd name="connsiteY30" fmla="*/ 1800001 h 2160000"/>
              <a:gd name="connsiteX31" fmla="*/ 1800019 w 3960012"/>
              <a:gd name="connsiteY31" fmla="*/ 2160000 h 2160000"/>
              <a:gd name="connsiteX32" fmla="*/ 720018 w 3960012"/>
              <a:gd name="connsiteY32" fmla="*/ 2160000 h 2160000"/>
              <a:gd name="connsiteX33" fmla="*/ 720018 w 3960012"/>
              <a:gd name="connsiteY33" fmla="*/ 2159997 h 2160000"/>
              <a:gd name="connsiteX34" fmla="*/ 359997 w 3960012"/>
              <a:gd name="connsiteY34" fmla="*/ 2159997 h 2160000"/>
              <a:gd name="connsiteX35" fmla="*/ 0 w 3960012"/>
              <a:gd name="connsiteY35" fmla="*/ 1800000 h 2160000"/>
              <a:gd name="connsiteX36" fmla="*/ 0 w 3960012"/>
              <a:gd name="connsiteY36" fmla="*/ 1799999 h 2160000"/>
              <a:gd name="connsiteX37" fmla="*/ 1440014 w 3960012"/>
              <a:gd name="connsiteY37" fmla="*/ 1799999 h 2160000"/>
              <a:gd name="connsiteX38" fmla="*/ 1440014 w 3960012"/>
              <a:gd name="connsiteY38" fmla="*/ 1800000 h 2160000"/>
              <a:gd name="connsiteX39" fmla="*/ 1612740 w 3960012"/>
              <a:gd name="connsiteY39" fmla="*/ 1800000 h 2160000"/>
              <a:gd name="connsiteX40" fmla="*/ 1800019 w 3960012"/>
              <a:gd name="connsiteY40" fmla="*/ 1619996 h 2160000"/>
              <a:gd name="connsiteX41" fmla="*/ 1800019 w 3960012"/>
              <a:gd name="connsiteY41" fmla="*/ 1260000 h 2160000"/>
              <a:gd name="connsiteX42" fmla="*/ 720018 w 3960012"/>
              <a:gd name="connsiteY42" fmla="*/ 1260000 h 2160000"/>
              <a:gd name="connsiteX43" fmla="*/ 720018 w 3960012"/>
              <a:gd name="connsiteY43" fmla="*/ 359994 h 216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3960012" h="2160000">
                <a:moveTo>
                  <a:pt x="1080012" y="0"/>
                </a:moveTo>
                <a:lnTo>
                  <a:pt x="2160018" y="0"/>
                </a:lnTo>
                <a:lnTo>
                  <a:pt x="2160018" y="3897"/>
                </a:lnTo>
                <a:lnTo>
                  <a:pt x="2520012" y="3897"/>
                </a:lnTo>
                <a:lnTo>
                  <a:pt x="2520012" y="0"/>
                </a:lnTo>
                <a:lnTo>
                  <a:pt x="3599997" y="0"/>
                </a:lnTo>
                <a:lnTo>
                  <a:pt x="3960012" y="360015"/>
                </a:lnTo>
                <a:lnTo>
                  <a:pt x="3960012" y="1799997"/>
                </a:lnTo>
                <a:lnTo>
                  <a:pt x="3600009" y="2160000"/>
                </a:lnTo>
                <a:lnTo>
                  <a:pt x="2880008" y="2160000"/>
                </a:lnTo>
                <a:lnTo>
                  <a:pt x="2520012" y="1800004"/>
                </a:lnTo>
                <a:lnTo>
                  <a:pt x="2520012" y="450000"/>
                </a:lnTo>
                <a:lnTo>
                  <a:pt x="2970008" y="450000"/>
                </a:lnTo>
                <a:lnTo>
                  <a:pt x="2880012" y="539996"/>
                </a:lnTo>
                <a:lnTo>
                  <a:pt x="2880012" y="1619992"/>
                </a:lnTo>
                <a:lnTo>
                  <a:pt x="3060015" y="1799995"/>
                </a:lnTo>
                <a:lnTo>
                  <a:pt x="3420007" y="1799995"/>
                </a:lnTo>
                <a:lnTo>
                  <a:pt x="3600011" y="1619991"/>
                </a:lnTo>
                <a:lnTo>
                  <a:pt x="3600011" y="540011"/>
                </a:lnTo>
                <a:lnTo>
                  <a:pt x="3419995" y="359995"/>
                </a:lnTo>
                <a:lnTo>
                  <a:pt x="3060013" y="359995"/>
                </a:lnTo>
                <a:lnTo>
                  <a:pt x="3060008" y="360000"/>
                </a:lnTo>
                <a:lnTo>
                  <a:pt x="2877247" y="360000"/>
                </a:lnTo>
                <a:lnTo>
                  <a:pt x="2877247" y="363895"/>
                </a:lnTo>
                <a:lnTo>
                  <a:pt x="1797254" y="363895"/>
                </a:lnTo>
                <a:lnTo>
                  <a:pt x="1797254" y="360000"/>
                </a:lnTo>
                <a:lnTo>
                  <a:pt x="1275034" y="360000"/>
                </a:lnTo>
                <a:lnTo>
                  <a:pt x="1080013" y="540004"/>
                </a:lnTo>
                <a:lnTo>
                  <a:pt x="1080013" y="900000"/>
                </a:lnTo>
                <a:lnTo>
                  <a:pt x="2160018" y="900000"/>
                </a:lnTo>
                <a:lnTo>
                  <a:pt x="2160018" y="1800001"/>
                </a:lnTo>
                <a:lnTo>
                  <a:pt x="1800019" y="2160000"/>
                </a:lnTo>
                <a:lnTo>
                  <a:pt x="720018" y="2160000"/>
                </a:lnTo>
                <a:lnTo>
                  <a:pt x="720018" y="2159997"/>
                </a:lnTo>
                <a:lnTo>
                  <a:pt x="359997" y="2159997"/>
                </a:lnTo>
                <a:lnTo>
                  <a:pt x="0" y="1800000"/>
                </a:lnTo>
                <a:lnTo>
                  <a:pt x="0" y="1799999"/>
                </a:lnTo>
                <a:lnTo>
                  <a:pt x="1440014" y="1799999"/>
                </a:lnTo>
                <a:lnTo>
                  <a:pt x="1440014" y="1800000"/>
                </a:lnTo>
                <a:lnTo>
                  <a:pt x="1612740" y="1800000"/>
                </a:lnTo>
                <a:lnTo>
                  <a:pt x="1800019" y="1619996"/>
                </a:lnTo>
                <a:lnTo>
                  <a:pt x="1800019" y="1260000"/>
                </a:lnTo>
                <a:lnTo>
                  <a:pt x="720018" y="1260000"/>
                </a:lnTo>
                <a:lnTo>
                  <a:pt x="720018" y="359994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PH"/>
          </a:p>
        </p:txBody>
      </p:sp>
      <p:sp>
        <p:nvSpPr>
          <p:cNvPr id="45" name="Freeform: Shape 44">
            <a:extLst>
              <a:ext uri="{FF2B5EF4-FFF2-40B4-BE49-F238E27FC236}">
                <a16:creationId xmlns:a16="http://schemas.microsoft.com/office/drawing/2014/main" id="{5514FFAA-7FBA-5B7B-5BC0-03B28F83D14F}"/>
              </a:ext>
            </a:extLst>
          </p:cNvPr>
          <p:cNvSpPr/>
          <p:nvPr/>
        </p:nvSpPr>
        <p:spPr>
          <a:xfrm>
            <a:off x="-1042985" y="3848100"/>
            <a:ext cx="355600" cy="774700"/>
          </a:xfrm>
          <a:custGeom>
            <a:avLst/>
            <a:gdLst>
              <a:gd name="connsiteX0" fmla="*/ 355600 w 355600"/>
              <a:gd name="connsiteY0" fmla="*/ 774700 h 774700"/>
              <a:gd name="connsiteX1" fmla="*/ 0 w 355600"/>
              <a:gd name="connsiteY1" fmla="*/ 419100 h 774700"/>
              <a:gd name="connsiteX2" fmla="*/ 0 w 355600"/>
              <a:gd name="connsiteY2" fmla="*/ 0 h 774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55600" h="774700">
                <a:moveTo>
                  <a:pt x="355600" y="774700"/>
                </a:moveTo>
                <a:lnTo>
                  <a:pt x="0" y="419100"/>
                </a:lnTo>
                <a:lnTo>
                  <a:pt x="0" y="0"/>
                </a:ln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FC9E9C46-5BD5-0819-7875-473B92C2821C}"/>
              </a:ext>
            </a:extLst>
          </p:cNvPr>
          <p:cNvSpPr/>
          <p:nvPr/>
        </p:nvSpPr>
        <p:spPr>
          <a:xfrm>
            <a:off x="-1182685" y="4102100"/>
            <a:ext cx="330200" cy="533400"/>
          </a:xfrm>
          <a:custGeom>
            <a:avLst/>
            <a:gdLst>
              <a:gd name="connsiteX0" fmla="*/ 330200 w 330200"/>
              <a:gd name="connsiteY0" fmla="*/ 533400 h 533400"/>
              <a:gd name="connsiteX1" fmla="*/ 0 w 330200"/>
              <a:gd name="connsiteY1" fmla="*/ 203200 h 533400"/>
              <a:gd name="connsiteX2" fmla="*/ 0 w 330200"/>
              <a:gd name="connsiteY2" fmla="*/ 0 h 53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30200" h="533400">
                <a:moveTo>
                  <a:pt x="330200" y="533400"/>
                </a:moveTo>
                <a:lnTo>
                  <a:pt x="0" y="203200"/>
                </a:lnTo>
                <a:lnTo>
                  <a:pt x="0" y="0"/>
                </a:ln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2C39FEF0-8A95-8CD3-48AA-AFF12E7FFA08}"/>
              </a:ext>
            </a:extLst>
          </p:cNvPr>
          <p:cNvSpPr/>
          <p:nvPr/>
        </p:nvSpPr>
        <p:spPr>
          <a:xfrm>
            <a:off x="-1096966" y="3739650"/>
            <a:ext cx="107950" cy="10795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F94D145B-AE57-4E20-E2BD-3E945D7B8EB6}"/>
              </a:ext>
            </a:extLst>
          </p:cNvPr>
          <p:cNvSpPr/>
          <p:nvPr/>
        </p:nvSpPr>
        <p:spPr>
          <a:xfrm>
            <a:off x="-1231900" y="3993300"/>
            <a:ext cx="107950" cy="10795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61" name="Freeform: Shape 160">
            <a:extLst>
              <a:ext uri="{FF2B5EF4-FFF2-40B4-BE49-F238E27FC236}">
                <a16:creationId xmlns:a16="http://schemas.microsoft.com/office/drawing/2014/main" id="{E195A244-A091-68A6-A1F1-303484353C5A}"/>
              </a:ext>
            </a:extLst>
          </p:cNvPr>
          <p:cNvSpPr/>
          <p:nvPr/>
        </p:nvSpPr>
        <p:spPr>
          <a:xfrm>
            <a:off x="-1108549" y="3100388"/>
            <a:ext cx="6690249" cy="885824"/>
          </a:xfrm>
          <a:custGeom>
            <a:avLst/>
            <a:gdLst>
              <a:gd name="connsiteX0" fmla="*/ 6447312 w 6690249"/>
              <a:gd name="connsiteY0" fmla="*/ 395545 h 885824"/>
              <a:gd name="connsiteX1" fmla="*/ 6607753 w 6690249"/>
              <a:gd name="connsiteY1" fmla="*/ 395545 h 885824"/>
              <a:gd name="connsiteX2" fmla="*/ 6607753 w 6690249"/>
              <a:gd name="connsiteY2" fmla="*/ 399797 h 885824"/>
              <a:gd name="connsiteX3" fmla="*/ 6690249 w 6690249"/>
              <a:gd name="connsiteY3" fmla="*/ 441045 h 885824"/>
              <a:gd name="connsiteX4" fmla="*/ 6607753 w 6690249"/>
              <a:gd name="connsiteY4" fmla="*/ 482293 h 885824"/>
              <a:gd name="connsiteX5" fmla="*/ 6607753 w 6690249"/>
              <a:gd name="connsiteY5" fmla="*/ 485545 h 885824"/>
              <a:gd name="connsiteX6" fmla="*/ 6601249 w 6690249"/>
              <a:gd name="connsiteY6" fmla="*/ 485545 h 885824"/>
              <a:gd name="connsiteX7" fmla="*/ 6600249 w 6690249"/>
              <a:gd name="connsiteY7" fmla="*/ 486045 h 885824"/>
              <a:gd name="connsiteX8" fmla="*/ 6600249 w 6690249"/>
              <a:gd name="connsiteY8" fmla="*/ 485545 h 885824"/>
              <a:gd name="connsiteX9" fmla="*/ 6447312 w 6690249"/>
              <a:gd name="connsiteY9" fmla="*/ 485545 h 885824"/>
              <a:gd name="connsiteX10" fmla="*/ 442912 w 6690249"/>
              <a:gd name="connsiteY10" fmla="*/ 0 h 885824"/>
              <a:gd name="connsiteX11" fmla="*/ 541209 w 6690249"/>
              <a:gd name="connsiteY11" fmla="*/ 344615 h 885824"/>
              <a:gd name="connsiteX12" fmla="*/ 719762 w 6690249"/>
              <a:gd name="connsiteY12" fmla="*/ 395545 h 885824"/>
              <a:gd name="connsiteX13" fmla="*/ 5842709 w 6690249"/>
              <a:gd name="connsiteY13" fmla="*/ 395545 h 885824"/>
              <a:gd name="connsiteX14" fmla="*/ 5842709 w 6690249"/>
              <a:gd name="connsiteY14" fmla="*/ 485545 h 885824"/>
              <a:gd name="connsiteX15" fmla="*/ 736359 w 6690249"/>
              <a:gd name="connsiteY15" fmla="*/ 485545 h 885824"/>
              <a:gd name="connsiteX16" fmla="*/ 541209 w 6690249"/>
              <a:gd name="connsiteY16" fmla="*/ 541209 h 885824"/>
              <a:gd name="connsiteX17" fmla="*/ 442912 w 6690249"/>
              <a:gd name="connsiteY17" fmla="*/ 885824 h 885824"/>
              <a:gd name="connsiteX18" fmla="*/ 344615 w 6690249"/>
              <a:gd name="connsiteY18" fmla="*/ 541209 h 885824"/>
              <a:gd name="connsiteX19" fmla="*/ 0 w 6690249"/>
              <a:gd name="connsiteY19" fmla="*/ 442912 h 885824"/>
              <a:gd name="connsiteX20" fmla="*/ 344615 w 6690249"/>
              <a:gd name="connsiteY20" fmla="*/ 344615 h 8858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6690249" h="885824">
                <a:moveTo>
                  <a:pt x="6447312" y="395545"/>
                </a:moveTo>
                <a:lnTo>
                  <a:pt x="6607753" y="395545"/>
                </a:lnTo>
                <a:lnTo>
                  <a:pt x="6607753" y="399797"/>
                </a:lnTo>
                <a:lnTo>
                  <a:pt x="6690249" y="441045"/>
                </a:lnTo>
                <a:lnTo>
                  <a:pt x="6607753" y="482293"/>
                </a:lnTo>
                <a:lnTo>
                  <a:pt x="6607753" y="485545"/>
                </a:lnTo>
                <a:lnTo>
                  <a:pt x="6601249" y="485545"/>
                </a:lnTo>
                <a:lnTo>
                  <a:pt x="6600249" y="486045"/>
                </a:lnTo>
                <a:lnTo>
                  <a:pt x="6600249" y="485545"/>
                </a:lnTo>
                <a:lnTo>
                  <a:pt x="6447312" y="485545"/>
                </a:lnTo>
                <a:close/>
                <a:moveTo>
                  <a:pt x="442912" y="0"/>
                </a:moveTo>
                <a:lnTo>
                  <a:pt x="541209" y="344615"/>
                </a:lnTo>
                <a:lnTo>
                  <a:pt x="719762" y="395545"/>
                </a:lnTo>
                <a:lnTo>
                  <a:pt x="5842709" y="395545"/>
                </a:lnTo>
                <a:lnTo>
                  <a:pt x="5842709" y="485545"/>
                </a:lnTo>
                <a:lnTo>
                  <a:pt x="736359" y="485545"/>
                </a:lnTo>
                <a:lnTo>
                  <a:pt x="541209" y="541209"/>
                </a:lnTo>
                <a:lnTo>
                  <a:pt x="442912" y="885824"/>
                </a:lnTo>
                <a:lnTo>
                  <a:pt x="344615" y="541209"/>
                </a:lnTo>
                <a:lnTo>
                  <a:pt x="0" y="442912"/>
                </a:lnTo>
                <a:lnTo>
                  <a:pt x="344615" y="344615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PH"/>
          </a:p>
        </p:txBody>
      </p:sp>
      <p:sp>
        <p:nvSpPr>
          <p:cNvPr id="121" name="Freeform: Shape 120">
            <a:extLst>
              <a:ext uri="{FF2B5EF4-FFF2-40B4-BE49-F238E27FC236}">
                <a16:creationId xmlns:a16="http://schemas.microsoft.com/office/drawing/2014/main" id="{F020ACFD-9717-C40E-63A2-A811216E93BF}"/>
              </a:ext>
            </a:extLst>
          </p:cNvPr>
          <p:cNvSpPr/>
          <p:nvPr/>
        </p:nvSpPr>
        <p:spPr>
          <a:xfrm>
            <a:off x="4914160" y="2463290"/>
            <a:ext cx="2160168" cy="2160000"/>
          </a:xfrm>
          <a:custGeom>
            <a:avLst/>
            <a:gdLst>
              <a:gd name="connsiteX0" fmla="*/ 720168 w 2160168"/>
              <a:gd name="connsiteY0" fmla="*/ 1165385 h 2160000"/>
              <a:gd name="connsiteX1" fmla="*/ 1080110 w 2160168"/>
              <a:gd name="connsiteY1" fmla="*/ 1525327 h 2160000"/>
              <a:gd name="connsiteX2" fmla="*/ 1080110 w 2160168"/>
              <a:gd name="connsiteY2" fmla="*/ 1794129 h 2160000"/>
              <a:gd name="connsiteX3" fmla="*/ 1079994 w 2160168"/>
              <a:gd name="connsiteY3" fmla="*/ 1794246 h 2160000"/>
              <a:gd name="connsiteX4" fmla="*/ 1079994 w 2160168"/>
              <a:gd name="connsiteY4" fmla="*/ 1794246 h 2160000"/>
              <a:gd name="connsiteX5" fmla="*/ 786900 w 2160168"/>
              <a:gd name="connsiteY5" fmla="*/ 2087340 h 2160000"/>
              <a:gd name="connsiteX6" fmla="*/ 720168 w 2160168"/>
              <a:gd name="connsiteY6" fmla="*/ 2154071 h 2160000"/>
              <a:gd name="connsiteX7" fmla="*/ 720168 w 2160168"/>
              <a:gd name="connsiteY7" fmla="*/ 2154071 h 2160000"/>
              <a:gd name="connsiteX8" fmla="*/ 720005 w 2160168"/>
              <a:gd name="connsiteY8" fmla="*/ 2154234 h 2160000"/>
              <a:gd name="connsiteX9" fmla="*/ 0 w 2160168"/>
              <a:gd name="connsiteY9" fmla="*/ 2154234 h 2160000"/>
              <a:gd name="connsiteX10" fmla="*/ 0 w 2160168"/>
              <a:gd name="connsiteY10" fmla="*/ 1794236 h 2160000"/>
              <a:gd name="connsiteX11" fmla="*/ 720168 w 2160168"/>
              <a:gd name="connsiteY11" fmla="*/ 1794236 h 2160000"/>
              <a:gd name="connsiteX12" fmla="*/ 720168 w 2160168"/>
              <a:gd name="connsiteY12" fmla="*/ 0 h 2160000"/>
              <a:gd name="connsiteX13" fmla="*/ 1800160 w 2160168"/>
              <a:gd name="connsiteY13" fmla="*/ 0 h 2160000"/>
              <a:gd name="connsiteX14" fmla="*/ 2160168 w 2160168"/>
              <a:gd name="connsiteY14" fmla="*/ 360008 h 2160000"/>
              <a:gd name="connsiteX15" fmla="*/ 2160168 w 2160168"/>
              <a:gd name="connsiteY15" fmla="*/ 712092 h 2160000"/>
              <a:gd name="connsiteX16" fmla="*/ 1800626 w 2160168"/>
              <a:gd name="connsiteY16" fmla="*/ 1071634 h 2160000"/>
              <a:gd name="connsiteX17" fmla="*/ 1350036 w 2160168"/>
              <a:gd name="connsiteY17" fmla="*/ 1071634 h 2160000"/>
              <a:gd name="connsiteX18" fmla="*/ 2160168 w 2160168"/>
              <a:gd name="connsiteY18" fmla="*/ 1881766 h 2160000"/>
              <a:gd name="connsiteX19" fmla="*/ 2160168 w 2160168"/>
              <a:gd name="connsiteY19" fmla="*/ 2160000 h 2160000"/>
              <a:gd name="connsiteX20" fmla="*/ 1800110 w 2160168"/>
              <a:gd name="connsiteY20" fmla="*/ 2160000 h 2160000"/>
              <a:gd name="connsiteX21" fmla="*/ 1080137 w 2160168"/>
              <a:gd name="connsiteY21" fmla="*/ 1440027 h 2160000"/>
              <a:gd name="connsiteX22" fmla="*/ 1080137 w 2160168"/>
              <a:gd name="connsiteY22" fmla="*/ 1435270 h 2160000"/>
              <a:gd name="connsiteX23" fmla="*/ 720168 w 2160168"/>
              <a:gd name="connsiteY23" fmla="*/ 1075301 h 2160000"/>
              <a:gd name="connsiteX24" fmla="*/ 720168 w 2160168"/>
              <a:gd name="connsiteY24" fmla="*/ 1073381 h 2160000"/>
              <a:gd name="connsiteX25" fmla="*/ 723312 w 2160168"/>
              <a:gd name="connsiteY25" fmla="*/ 1073381 h 2160000"/>
              <a:gd name="connsiteX26" fmla="*/ 1082433 w 2160168"/>
              <a:gd name="connsiteY26" fmla="*/ 714260 h 2160000"/>
              <a:gd name="connsiteX27" fmla="*/ 1620401 w 2160168"/>
              <a:gd name="connsiteY27" fmla="*/ 714260 h 2160000"/>
              <a:gd name="connsiteX28" fmla="*/ 1798588 w 2160168"/>
              <a:gd name="connsiteY28" fmla="*/ 536074 h 2160000"/>
              <a:gd name="connsiteX29" fmla="*/ 1620654 w 2160168"/>
              <a:gd name="connsiteY29" fmla="*/ 358140 h 2160000"/>
              <a:gd name="connsiteX30" fmla="*/ 1080159 w 2160168"/>
              <a:gd name="connsiteY30" fmla="*/ 358140 h 2160000"/>
              <a:gd name="connsiteX31" fmla="*/ 1080159 w 2160168"/>
              <a:gd name="connsiteY31" fmla="*/ 611677 h 2160000"/>
              <a:gd name="connsiteX32" fmla="*/ 720168 w 2160168"/>
              <a:gd name="connsiteY32" fmla="*/ 971668 h 216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2160168" h="2160000">
                <a:moveTo>
                  <a:pt x="720168" y="1165385"/>
                </a:moveTo>
                <a:lnTo>
                  <a:pt x="1080110" y="1525327"/>
                </a:lnTo>
                <a:lnTo>
                  <a:pt x="1080110" y="1794129"/>
                </a:lnTo>
                <a:lnTo>
                  <a:pt x="1079994" y="1794246"/>
                </a:lnTo>
                <a:lnTo>
                  <a:pt x="1079994" y="1794246"/>
                </a:lnTo>
                <a:lnTo>
                  <a:pt x="786900" y="2087340"/>
                </a:lnTo>
                <a:lnTo>
                  <a:pt x="720168" y="2154071"/>
                </a:lnTo>
                <a:lnTo>
                  <a:pt x="720168" y="2154071"/>
                </a:lnTo>
                <a:lnTo>
                  <a:pt x="720005" y="2154234"/>
                </a:lnTo>
                <a:lnTo>
                  <a:pt x="0" y="2154234"/>
                </a:lnTo>
                <a:lnTo>
                  <a:pt x="0" y="1794236"/>
                </a:lnTo>
                <a:lnTo>
                  <a:pt x="720168" y="1794236"/>
                </a:lnTo>
                <a:close/>
                <a:moveTo>
                  <a:pt x="720168" y="0"/>
                </a:moveTo>
                <a:lnTo>
                  <a:pt x="1800160" y="0"/>
                </a:lnTo>
                <a:lnTo>
                  <a:pt x="2160168" y="360008"/>
                </a:lnTo>
                <a:lnTo>
                  <a:pt x="2160168" y="712092"/>
                </a:lnTo>
                <a:lnTo>
                  <a:pt x="1800626" y="1071634"/>
                </a:lnTo>
                <a:lnTo>
                  <a:pt x="1350036" y="1071634"/>
                </a:lnTo>
                <a:lnTo>
                  <a:pt x="2160168" y="1881766"/>
                </a:lnTo>
                <a:lnTo>
                  <a:pt x="2160168" y="2160000"/>
                </a:lnTo>
                <a:lnTo>
                  <a:pt x="1800110" y="2160000"/>
                </a:lnTo>
                <a:lnTo>
                  <a:pt x="1080137" y="1440027"/>
                </a:lnTo>
                <a:lnTo>
                  <a:pt x="1080137" y="1435270"/>
                </a:lnTo>
                <a:lnTo>
                  <a:pt x="720168" y="1075301"/>
                </a:lnTo>
                <a:lnTo>
                  <a:pt x="720168" y="1073381"/>
                </a:lnTo>
                <a:lnTo>
                  <a:pt x="723312" y="1073381"/>
                </a:lnTo>
                <a:lnTo>
                  <a:pt x="1082433" y="714260"/>
                </a:lnTo>
                <a:lnTo>
                  <a:pt x="1620401" y="714260"/>
                </a:lnTo>
                <a:lnTo>
                  <a:pt x="1798588" y="536074"/>
                </a:lnTo>
                <a:lnTo>
                  <a:pt x="1620654" y="358140"/>
                </a:lnTo>
                <a:lnTo>
                  <a:pt x="1080159" y="358140"/>
                </a:lnTo>
                <a:lnTo>
                  <a:pt x="1080159" y="611677"/>
                </a:lnTo>
                <a:lnTo>
                  <a:pt x="720168" y="971668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PH"/>
          </a:p>
        </p:txBody>
      </p:sp>
      <p:sp>
        <p:nvSpPr>
          <p:cNvPr id="146" name="Freeform: Shape 145">
            <a:extLst>
              <a:ext uri="{FF2B5EF4-FFF2-40B4-BE49-F238E27FC236}">
                <a16:creationId xmlns:a16="http://schemas.microsoft.com/office/drawing/2014/main" id="{8F60036F-4E96-F5AF-7575-6475B3F85DFC}"/>
              </a:ext>
            </a:extLst>
          </p:cNvPr>
          <p:cNvSpPr/>
          <p:nvPr/>
        </p:nvSpPr>
        <p:spPr>
          <a:xfrm flipH="1" flipV="1">
            <a:off x="7074316" y="2463290"/>
            <a:ext cx="1440000" cy="2160000"/>
          </a:xfrm>
          <a:custGeom>
            <a:avLst/>
            <a:gdLst>
              <a:gd name="connsiteX0" fmla="*/ 1080000 w 1440000"/>
              <a:gd name="connsiteY0" fmla="*/ 2160000 h 2160000"/>
              <a:gd name="connsiteX1" fmla="*/ 360000 w 1440000"/>
              <a:gd name="connsiteY1" fmla="*/ 2160000 h 2160000"/>
              <a:gd name="connsiteX2" fmla="*/ 0 w 1440000"/>
              <a:gd name="connsiteY2" fmla="*/ 1800000 h 2160000"/>
              <a:gd name="connsiteX3" fmla="*/ 0 w 1440000"/>
              <a:gd name="connsiteY3" fmla="*/ 360000 h 2160000"/>
              <a:gd name="connsiteX4" fmla="*/ 360000 w 1440000"/>
              <a:gd name="connsiteY4" fmla="*/ 0 h 2160000"/>
              <a:gd name="connsiteX5" fmla="*/ 360000 w 1440000"/>
              <a:gd name="connsiteY5" fmla="*/ 1616695 h 2160000"/>
              <a:gd name="connsiteX6" fmla="*/ 543305 w 1440000"/>
              <a:gd name="connsiteY6" fmla="*/ 1800000 h 2160000"/>
              <a:gd name="connsiteX7" fmla="*/ 1440000 w 1440000"/>
              <a:gd name="connsiteY7" fmla="*/ 1800000 h 216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440000" h="2160000">
                <a:moveTo>
                  <a:pt x="1080000" y="2160000"/>
                </a:moveTo>
                <a:lnTo>
                  <a:pt x="360000" y="2160000"/>
                </a:lnTo>
                <a:lnTo>
                  <a:pt x="0" y="1800000"/>
                </a:lnTo>
                <a:lnTo>
                  <a:pt x="0" y="360000"/>
                </a:lnTo>
                <a:lnTo>
                  <a:pt x="360000" y="0"/>
                </a:lnTo>
                <a:lnTo>
                  <a:pt x="360000" y="1616695"/>
                </a:lnTo>
                <a:lnTo>
                  <a:pt x="543305" y="1800000"/>
                </a:lnTo>
                <a:lnTo>
                  <a:pt x="1440000" y="1800000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PH"/>
          </a:p>
        </p:txBody>
      </p:sp>
      <p:sp>
        <p:nvSpPr>
          <p:cNvPr id="204" name="Freeform: Shape 203">
            <a:extLst>
              <a:ext uri="{FF2B5EF4-FFF2-40B4-BE49-F238E27FC236}">
                <a16:creationId xmlns:a16="http://schemas.microsoft.com/office/drawing/2014/main" id="{6656A524-17F3-0697-96A2-E496CF3A63FB}"/>
              </a:ext>
            </a:extLst>
          </p:cNvPr>
          <p:cNvSpPr/>
          <p:nvPr/>
        </p:nvSpPr>
        <p:spPr>
          <a:xfrm flipH="1" flipV="1">
            <a:off x="13193908" y="2461433"/>
            <a:ext cx="1440000" cy="2160000"/>
          </a:xfrm>
          <a:custGeom>
            <a:avLst/>
            <a:gdLst>
              <a:gd name="connsiteX0" fmla="*/ 1440000 w 1440000"/>
              <a:gd name="connsiteY0" fmla="*/ 1212509 h 2160000"/>
              <a:gd name="connsiteX1" fmla="*/ 1080002 w 1440000"/>
              <a:gd name="connsiteY1" fmla="*/ 852511 h 2160000"/>
              <a:gd name="connsiteX2" fmla="*/ 1080002 w 1440000"/>
              <a:gd name="connsiteY2" fmla="*/ 0 h 2160000"/>
              <a:gd name="connsiteX3" fmla="*/ 1440000 w 1440000"/>
              <a:gd name="connsiteY3" fmla="*/ 0 h 2160000"/>
              <a:gd name="connsiteX4" fmla="*/ 0 w 1440000"/>
              <a:gd name="connsiteY4" fmla="*/ 1218478 h 2160000"/>
              <a:gd name="connsiteX5" fmla="*/ 0 w 1440000"/>
              <a:gd name="connsiteY5" fmla="*/ 0 h 2160000"/>
              <a:gd name="connsiteX6" fmla="*/ 360003 w 1440000"/>
              <a:gd name="connsiteY6" fmla="*/ 0 h 2160000"/>
              <a:gd name="connsiteX7" fmla="*/ 360003 w 1440000"/>
              <a:gd name="connsiteY7" fmla="*/ 858475 h 2160000"/>
              <a:gd name="connsiteX8" fmla="*/ 1440000 w 1440000"/>
              <a:gd name="connsiteY8" fmla="*/ 2160000 h 2160000"/>
              <a:gd name="connsiteX9" fmla="*/ 1433732 w 1440000"/>
              <a:gd name="connsiteY9" fmla="*/ 2160000 h 2160000"/>
              <a:gd name="connsiteX10" fmla="*/ 1081369 w 1440000"/>
              <a:gd name="connsiteY10" fmla="*/ 1807637 h 2160000"/>
              <a:gd name="connsiteX11" fmla="*/ 1081369 w 1440000"/>
              <a:gd name="connsiteY11" fmla="*/ 1465574 h 2160000"/>
              <a:gd name="connsiteX12" fmla="*/ 896985 w 1440000"/>
              <a:gd name="connsiteY12" fmla="*/ 1265993 h 2160000"/>
              <a:gd name="connsiteX13" fmla="*/ 528275 w 1440000"/>
              <a:gd name="connsiteY13" fmla="*/ 1265993 h 2160000"/>
              <a:gd name="connsiteX14" fmla="*/ 361370 w 1440000"/>
              <a:gd name="connsiteY14" fmla="*/ 1446655 h 2160000"/>
              <a:gd name="connsiteX15" fmla="*/ 361370 w 1440000"/>
              <a:gd name="connsiteY15" fmla="*/ 2160000 h 2160000"/>
              <a:gd name="connsiteX16" fmla="*/ 0 w 1440000"/>
              <a:gd name="connsiteY16" fmla="*/ 2160000 h 2160000"/>
              <a:gd name="connsiteX17" fmla="*/ 0 w 1440000"/>
              <a:gd name="connsiteY17" fmla="*/ 1275628 h 2160000"/>
              <a:gd name="connsiteX18" fmla="*/ 367825 w 1440000"/>
              <a:gd name="connsiteY18" fmla="*/ 907803 h 2160000"/>
              <a:gd name="connsiteX19" fmla="*/ 1078144 w 1440000"/>
              <a:gd name="connsiteY19" fmla="*/ 907803 h 2160000"/>
              <a:gd name="connsiteX20" fmla="*/ 1440000 w 1440000"/>
              <a:gd name="connsiteY20" fmla="*/ 1269659 h 216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1440000" h="2160000">
                <a:moveTo>
                  <a:pt x="1440000" y="1212509"/>
                </a:moveTo>
                <a:lnTo>
                  <a:pt x="1080002" y="852511"/>
                </a:lnTo>
                <a:lnTo>
                  <a:pt x="1080002" y="0"/>
                </a:lnTo>
                <a:lnTo>
                  <a:pt x="1440000" y="0"/>
                </a:lnTo>
                <a:close/>
                <a:moveTo>
                  <a:pt x="0" y="1218478"/>
                </a:moveTo>
                <a:lnTo>
                  <a:pt x="0" y="0"/>
                </a:lnTo>
                <a:lnTo>
                  <a:pt x="360003" y="0"/>
                </a:lnTo>
                <a:lnTo>
                  <a:pt x="360003" y="858475"/>
                </a:lnTo>
                <a:close/>
                <a:moveTo>
                  <a:pt x="1440000" y="2160000"/>
                </a:moveTo>
                <a:lnTo>
                  <a:pt x="1433732" y="2160000"/>
                </a:lnTo>
                <a:lnTo>
                  <a:pt x="1081369" y="1807637"/>
                </a:lnTo>
                <a:lnTo>
                  <a:pt x="1081369" y="1465574"/>
                </a:lnTo>
                <a:lnTo>
                  <a:pt x="896985" y="1265993"/>
                </a:lnTo>
                <a:lnTo>
                  <a:pt x="528275" y="1265993"/>
                </a:lnTo>
                <a:lnTo>
                  <a:pt x="361370" y="1446655"/>
                </a:lnTo>
                <a:lnTo>
                  <a:pt x="361370" y="2160000"/>
                </a:lnTo>
                <a:lnTo>
                  <a:pt x="0" y="2160000"/>
                </a:lnTo>
                <a:lnTo>
                  <a:pt x="0" y="1275628"/>
                </a:lnTo>
                <a:lnTo>
                  <a:pt x="367825" y="907803"/>
                </a:lnTo>
                <a:lnTo>
                  <a:pt x="1078144" y="907803"/>
                </a:lnTo>
                <a:lnTo>
                  <a:pt x="1440000" y="1269659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0421637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F7618F9-88E8-1339-6983-C31AEEA73F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018BAC2A-4DEB-47CC-30BF-9C13F72FD3A5}"/>
              </a:ext>
            </a:extLst>
          </p:cNvPr>
          <p:cNvSpPr/>
          <p:nvPr/>
        </p:nvSpPr>
        <p:spPr>
          <a:xfrm>
            <a:off x="5344753" y="2927349"/>
            <a:ext cx="1014174" cy="1259290"/>
          </a:xfrm>
          <a:custGeom>
            <a:avLst/>
            <a:gdLst>
              <a:gd name="connsiteX0" fmla="*/ 643939 w 1014174"/>
              <a:gd name="connsiteY0" fmla="*/ 0 h 1259290"/>
              <a:gd name="connsiteX1" fmla="*/ 1014174 w 1014174"/>
              <a:gd name="connsiteY1" fmla="*/ 0 h 1259290"/>
              <a:gd name="connsiteX2" fmla="*/ 1014174 w 1014174"/>
              <a:gd name="connsiteY2" fmla="*/ 239547 h 1259290"/>
              <a:gd name="connsiteX3" fmla="*/ 760953 w 1014174"/>
              <a:gd name="connsiteY3" fmla="*/ 492768 h 1259290"/>
              <a:gd name="connsiteX4" fmla="*/ 443608 w 1014174"/>
              <a:gd name="connsiteY4" fmla="*/ 492768 h 1259290"/>
              <a:gd name="connsiteX5" fmla="*/ 1014174 w 1014174"/>
              <a:gd name="connsiteY5" fmla="*/ 1063333 h 1259290"/>
              <a:gd name="connsiteX6" fmla="*/ 1014174 w 1014174"/>
              <a:gd name="connsiteY6" fmla="*/ 1259290 h 1259290"/>
              <a:gd name="connsiteX7" fmla="*/ 760590 w 1014174"/>
              <a:gd name="connsiteY7" fmla="*/ 1259290 h 1259290"/>
              <a:gd name="connsiteX8" fmla="*/ 253522 w 1014174"/>
              <a:gd name="connsiteY8" fmla="*/ 752222 h 1259290"/>
              <a:gd name="connsiteX9" fmla="*/ 253522 w 1014174"/>
              <a:gd name="connsiteY9" fmla="*/ 748872 h 1259290"/>
              <a:gd name="connsiteX10" fmla="*/ 0 w 1014174"/>
              <a:gd name="connsiteY10" fmla="*/ 495350 h 1259290"/>
              <a:gd name="connsiteX11" fmla="*/ 0 w 1014174"/>
              <a:gd name="connsiteY11" fmla="*/ 493998 h 1259290"/>
              <a:gd name="connsiteX12" fmla="*/ 2215 w 1014174"/>
              <a:gd name="connsiteY12" fmla="*/ 493998 h 1259290"/>
              <a:gd name="connsiteX13" fmla="*/ 255139 w 1014174"/>
              <a:gd name="connsiteY13" fmla="*/ 241074 h 1259290"/>
              <a:gd name="connsiteX14" fmla="*/ 634023 w 1014174"/>
              <a:gd name="connsiteY14" fmla="*/ 241074 h 1259290"/>
              <a:gd name="connsiteX15" fmla="*/ 759518 w 1014174"/>
              <a:gd name="connsiteY15" fmla="*/ 115579 h 12592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014174" h="1259290">
                <a:moveTo>
                  <a:pt x="643939" y="0"/>
                </a:moveTo>
                <a:lnTo>
                  <a:pt x="1014174" y="0"/>
                </a:lnTo>
                <a:lnTo>
                  <a:pt x="1014174" y="239547"/>
                </a:lnTo>
                <a:lnTo>
                  <a:pt x="760953" y="492768"/>
                </a:lnTo>
                <a:lnTo>
                  <a:pt x="443608" y="492768"/>
                </a:lnTo>
                <a:lnTo>
                  <a:pt x="1014174" y="1063333"/>
                </a:lnTo>
                <a:lnTo>
                  <a:pt x="1014174" y="1259290"/>
                </a:lnTo>
                <a:lnTo>
                  <a:pt x="760590" y="1259290"/>
                </a:lnTo>
                <a:lnTo>
                  <a:pt x="253522" y="752222"/>
                </a:lnTo>
                <a:lnTo>
                  <a:pt x="253522" y="748872"/>
                </a:lnTo>
                <a:lnTo>
                  <a:pt x="0" y="495350"/>
                </a:lnTo>
                <a:lnTo>
                  <a:pt x="0" y="493998"/>
                </a:lnTo>
                <a:lnTo>
                  <a:pt x="2215" y="493998"/>
                </a:lnTo>
                <a:lnTo>
                  <a:pt x="255139" y="241074"/>
                </a:lnTo>
                <a:lnTo>
                  <a:pt x="634023" y="241074"/>
                </a:lnTo>
                <a:lnTo>
                  <a:pt x="759518" y="11557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PH"/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DB85F37F-6550-CF53-14C8-D0EAAA688947}"/>
              </a:ext>
            </a:extLst>
          </p:cNvPr>
          <p:cNvSpPr/>
          <p:nvPr/>
        </p:nvSpPr>
        <p:spPr>
          <a:xfrm flipH="1" flipV="1">
            <a:off x="8131040" y="2975510"/>
            <a:ext cx="1014174" cy="1209820"/>
          </a:xfrm>
          <a:custGeom>
            <a:avLst/>
            <a:gdLst>
              <a:gd name="connsiteX0" fmla="*/ 1014174 w 1014174"/>
              <a:gd name="connsiteY0" fmla="*/ 838284 h 1209820"/>
              <a:gd name="connsiteX1" fmla="*/ 760499 w 1014174"/>
              <a:gd name="connsiteY1" fmla="*/ 584609 h 1209820"/>
              <a:gd name="connsiteX2" fmla="*/ 760499 w 1014174"/>
              <a:gd name="connsiteY2" fmla="*/ 383039 h 1209820"/>
              <a:gd name="connsiteX3" fmla="*/ 633756 w 1014174"/>
              <a:gd name="connsiteY3" fmla="*/ 256296 h 1209820"/>
              <a:gd name="connsiteX4" fmla="*/ 561657 w 1014174"/>
              <a:gd name="connsiteY4" fmla="*/ 256296 h 1209820"/>
              <a:gd name="connsiteX5" fmla="*/ 561657 w 1014174"/>
              <a:gd name="connsiteY5" fmla="*/ 256296 h 1209820"/>
              <a:gd name="connsiteX6" fmla="*/ 0 w 1014174"/>
              <a:gd name="connsiteY6" fmla="*/ 256296 h 1209820"/>
              <a:gd name="connsiteX7" fmla="*/ 0 w 1014174"/>
              <a:gd name="connsiteY7" fmla="*/ 0 h 1209820"/>
              <a:gd name="connsiteX8" fmla="*/ 755811 w 1014174"/>
              <a:gd name="connsiteY8" fmla="*/ 0 h 1209820"/>
              <a:gd name="connsiteX9" fmla="*/ 1014174 w 1014174"/>
              <a:gd name="connsiteY9" fmla="*/ 258364 h 1209820"/>
              <a:gd name="connsiteX10" fmla="*/ 1014174 w 1014174"/>
              <a:gd name="connsiteY10" fmla="*/ 1209820 h 1209820"/>
              <a:gd name="connsiteX11" fmla="*/ 760499 w 1014174"/>
              <a:gd name="connsiteY11" fmla="*/ 1209820 h 1209820"/>
              <a:gd name="connsiteX12" fmla="*/ 760499 w 1014174"/>
              <a:gd name="connsiteY12" fmla="*/ 1017867 h 1209820"/>
              <a:gd name="connsiteX13" fmla="*/ 628718 w 1014174"/>
              <a:gd name="connsiteY13" fmla="*/ 886087 h 1209820"/>
              <a:gd name="connsiteX14" fmla="*/ 561656 w 1014174"/>
              <a:gd name="connsiteY14" fmla="*/ 886087 h 1209820"/>
              <a:gd name="connsiteX15" fmla="*/ 561656 w 1014174"/>
              <a:gd name="connsiteY15" fmla="*/ 886087 h 1209820"/>
              <a:gd name="connsiteX16" fmla="*/ 0 w 1014174"/>
              <a:gd name="connsiteY16" fmla="*/ 886087 h 1209820"/>
              <a:gd name="connsiteX17" fmla="*/ 0 w 1014174"/>
              <a:gd name="connsiteY17" fmla="*/ 621028 h 1209820"/>
              <a:gd name="connsiteX18" fmla="*/ 134 w 1014174"/>
              <a:gd name="connsiteY18" fmla="*/ 621028 h 1209820"/>
              <a:gd name="connsiteX19" fmla="*/ 134 w 1014174"/>
              <a:gd name="connsiteY19" fmla="*/ 621029 h 1209820"/>
              <a:gd name="connsiteX20" fmla="*/ 745459 w 1014174"/>
              <a:gd name="connsiteY20" fmla="*/ 621029 h 1209820"/>
              <a:gd name="connsiteX21" fmla="*/ 1014174 w 1014174"/>
              <a:gd name="connsiteY21" fmla="*/ 889744 h 12098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1014174" h="1209820">
                <a:moveTo>
                  <a:pt x="1014174" y="838284"/>
                </a:moveTo>
                <a:lnTo>
                  <a:pt x="760499" y="584609"/>
                </a:lnTo>
                <a:lnTo>
                  <a:pt x="760499" y="383039"/>
                </a:lnTo>
                <a:lnTo>
                  <a:pt x="633756" y="256296"/>
                </a:lnTo>
                <a:lnTo>
                  <a:pt x="561657" y="256296"/>
                </a:lnTo>
                <a:lnTo>
                  <a:pt x="561657" y="256296"/>
                </a:lnTo>
                <a:lnTo>
                  <a:pt x="0" y="256296"/>
                </a:lnTo>
                <a:lnTo>
                  <a:pt x="0" y="0"/>
                </a:lnTo>
                <a:lnTo>
                  <a:pt x="755811" y="0"/>
                </a:lnTo>
                <a:lnTo>
                  <a:pt x="1014174" y="258364"/>
                </a:lnTo>
                <a:close/>
                <a:moveTo>
                  <a:pt x="1014174" y="1209820"/>
                </a:moveTo>
                <a:lnTo>
                  <a:pt x="760499" y="1209820"/>
                </a:lnTo>
                <a:lnTo>
                  <a:pt x="760499" y="1017867"/>
                </a:lnTo>
                <a:lnTo>
                  <a:pt x="628718" y="886087"/>
                </a:lnTo>
                <a:lnTo>
                  <a:pt x="561656" y="886087"/>
                </a:lnTo>
                <a:lnTo>
                  <a:pt x="561656" y="886087"/>
                </a:lnTo>
                <a:lnTo>
                  <a:pt x="0" y="886087"/>
                </a:lnTo>
                <a:lnTo>
                  <a:pt x="0" y="621028"/>
                </a:lnTo>
                <a:lnTo>
                  <a:pt x="134" y="621028"/>
                </a:lnTo>
                <a:lnTo>
                  <a:pt x="134" y="621029"/>
                </a:lnTo>
                <a:lnTo>
                  <a:pt x="745459" y="621029"/>
                </a:lnTo>
                <a:lnTo>
                  <a:pt x="1014174" y="889744"/>
                </a:lnTo>
                <a:close/>
              </a:path>
            </a:pathLst>
          </a:custGeom>
          <a:solidFill>
            <a:srgbClr val="C8A6A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PH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11188A40-64A4-AEDB-52DA-471112E1B4A0}"/>
              </a:ext>
            </a:extLst>
          </p:cNvPr>
          <p:cNvSpPr/>
          <p:nvPr/>
        </p:nvSpPr>
        <p:spPr>
          <a:xfrm>
            <a:off x="1541633" y="2665385"/>
            <a:ext cx="1014174" cy="1521261"/>
          </a:xfrm>
          <a:custGeom>
            <a:avLst/>
            <a:gdLst>
              <a:gd name="connsiteX0" fmla="*/ 1080000 w 1440000"/>
              <a:gd name="connsiteY0" fmla="*/ 1260000 h 2160000"/>
              <a:gd name="connsiteX1" fmla="*/ 1440000 w 1440000"/>
              <a:gd name="connsiteY1" fmla="*/ 1260000 h 2160000"/>
              <a:gd name="connsiteX2" fmla="*/ 1440000 w 1440000"/>
              <a:gd name="connsiteY2" fmla="*/ 2160000 h 2160000"/>
              <a:gd name="connsiteX3" fmla="*/ 1080000 w 1440000"/>
              <a:gd name="connsiteY3" fmla="*/ 1800000 h 2160000"/>
              <a:gd name="connsiteX4" fmla="*/ 0 w 1440000"/>
              <a:gd name="connsiteY4" fmla="*/ 1260000 h 2160000"/>
              <a:gd name="connsiteX5" fmla="*/ 360001 w 1440000"/>
              <a:gd name="connsiteY5" fmla="*/ 1260000 h 2160000"/>
              <a:gd name="connsiteX6" fmla="*/ 360001 w 1440000"/>
              <a:gd name="connsiteY6" fmla="*/ 1799999 h 2160000"/>
              <a:gd name="connsiteX7" fmla="*/ 0 w 1440000"/>
              <a:gd name="connsiteY7" fmla="*/ 2160000 h 2160000"/>
              <a:gd name="connsiteX8" fmla="*/ 353960 w 1440000"/>
              <a:gd name="connsiteY8" fmla="*/ 0 h 2160000"/>
              <a:gd name="connsiteX9" fmla="*/ 1080000 w 1440000"/>
              <a:gd name="connsiteY9" fmla="*/ 0 h 2160000"/>
              <a:gd name="connsiteX10" fmla="*/ 1440000 w 1440000"/>
              <a:gd name="connsiteY10" fmla="*/ 360000 h 2160000"/>
              <a:gd name="connsiteX11" fmla="*/ 1440000 w 1440000"/>
              <a:gd name="connsiteY11" fmla="*/ 900000 h 2160000"/>
              <a:gd name="connsiteX12" fmla="*/ 1080000 w 1440000"/>
              <a:gd name="connsiteY12" fmla="*/ 900000 h 2160000"/>
              <a:gd name="connsiteX13" fmla="*/ 1080000 w 1440000"/>
              <a:gd name="connsiteY13" fmla="*/ 540012 h 2160000"/>
              <a:gd name="connsiteX14" fmla="*/ 899988 w 1440000"/>
              <a:gd name="connsiteY14" fmla="*/ 360000 h 2160000"/>
              <a:gd name="connsiteX15" fmla="*/ 539996 w 1440000"/>
              <a:gd name="connsiteY15" fmla="*/ 360000 h 2160000"/>
              <a:gd name="connsiteX16" fmla="*/ 360001 w 1440000"/>
              <a:gd name="connsiteY16" fmla="*/ 539995 h 2160000"/>
              <a:gd name="connsiteX17" fmla="*/ 360001 w 1440000"/>
              <a:gd name="connsiteY17" fmla="*/ 900000 h 2160000"/>
              <a:gd name="connsiteX18" fmla="*/ 0 w 1440000"/>
              <a:gd name="connsiteY18" fmla="*/ 900000 h 2160000"/>
              <a:gd name="connsiteX19" fmla="*/ 0 w 1440000"/>
              <a:gd name="connsiteY19" fmla="*/ 353960 h 216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440000" h="2160000">
                <a:moveTo>
                  <a:pt x="1080000" y="1260000"/>
                </a:moveTo>
                <a:lnTo>
                  <a:pt x="1440000" y="1260000"/>
                </a:lnTo>
                <a:lnTo>
                  <a:pt x="1440000" y="2160000"/>
                </a:lnTo>
                <a:lnTo>
                  <a:pt x="1080000" y="1800000"/>
                </a:lnTo>
                <a:close/>
                <a:moveTo>
                  <a:pt x="0" y="1260000"/>
                </a:moveTo>
                <a:lnTo>
                  <a:pt x="360001" y="1260000"/>
                </a:lnTo>
                <a:lnTo>
                  <a:pt x="360001" y="1799999"/>
                </a:lnTo>
                <a:lnTo>
                  <a:pt x="0" y="2160000"/>
                </a:lnTo>
                <a:close/>
                <a:moveTo>
                  <a:pt x="353960" y="0"/>
                </a:moveTo>
                <a:lnTo>
                  <a:pt x="1080000" y="0"/>
                </a:lnTo>
                <a:lnTo>
                  <a:pt x="1440000" y="360000"/>
                </a:lnTo>
                <a:lnTo>
                  <a:pt x="1440000" y="900000"/>
                </a:lnTo>
                <a:lnTo>
                  <a:pt x="1080000" y="900000"/>
                </a:lnTo>
                <a:lnTo>
                  <a:pt x="1080000" y="540012"/>
                </a:lnTo>
                <a:lnTo>
                  <a:pt x="899988" y="360000"/>
                </a:lnTo>
                <a:lnTo>
                  <a:pt x="539996" y="360000"/>
                </a:lnTo>
                <a:lnTo>
                  <a:pt x="360001" y="539995"/>
                </a:lnTo>
                <a:lnTo>
                  <a:pt x="360001" y="900000"/>
                </a:lnTo>
                <a:lnTo>
                  <a:pt x="0" y="900000"/>
                </a:lnTo>
                <a:lnTo>
                  <a:pt x="0" y="353960"/>
                </a:lnTo>
                <a:close/>
              </a:path>
            </a:pathLst>
          </a:custGeom>
          <a:solidFill>
            <a:srgbClr val="C8A6A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PH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E1128BFA-AA1E-D018-B686-73C916EA7649}"/>
              </a:ext>
            </a:extLst>
          </p:cNvPr>
          <p:cNvSpPr/>
          <p:nvPr/>
        </p:nvSpPr>
        <p:spPr>
          <a:xfrm>
            <a:off x="781002" y="2665385"/>
            <a:ext cx="1014174" cy="1521261"/>
          </a:xfrm>
          <a:custGeom>
            <a:avLst/>
            <a:gdLst>
              <a:gd name="connsiteX0" fmla="*/ 360000 w 1440000"/>
              <a:gd name="connsiteY0" fmla="*/ 1227709 h 2160000"/>
              <a:gd name="connsiteX1" fmla="*/ 360000 w 1440000"/>
              <a:gd name="connsiteY1" fmla="*/ 1620004 h 2160000"/>
              <a:gd name="connsiteX2" fmla="*/ 539996 w 1440000"/>
              <a:gd name="connsiteY2" fmla="*/ 1800000 h 2160000"/>
              <a:gd name="connsiteX3" fmla="*/ 1440000 w 1440000"/>
              <a:gd name="connsiteY3" fmla="*/ 1800000 h 2160000"/>
              <a:gd name="connsiteX4" fmla="*/ 1080000 w 1440000"/>
              <a:gd name="connsiteY4" fmla="*/ 2160000 h 2160000"/>
              <a:gd name="connsiteX5" fmla="*/ 360000 w 1440000"/>
              <a:gd name="connsiteY5" fmla="*/ 2160000 h 2160000"/>
              <a:gd name="connsiteX6" fmla="*/ 0 w 1440000"/>
              <a:gd name="connsiteY6" fmla="*/ 1800000 h 2160000"/>
              <a:gd name="connsiteX7" fmla="*/ 0 w 1440000"/>
              <a:gd name="connsiteY7" fmla="*/ 1230235 h 2160000"/>
              <a:gd name="connsiteX8" fmla="*/ 17796 w 1440000"/>
              <a:gd name="connsiteY8" fmla="*/ 1236164 h 2160000"/>
              <a:gd name="connsiteX9" fmla="*/ 176209 w 1440000"/>
              <a:gd name="connsiteY9" fmla="*/ 1711643 h 2160000"/>
              <a:gd name="connsiteX10" fmla="*/ 334622 w 1440000"/>
              <a:gd name="connsiteY10" fmla="*/ 1236164 h 2160000"/>
              <a:gd name="connsiteX11" fmla="*/ 360000 w 1440000"/>
              <a:gd name="connsiteY11" fmla="*/ 0 h 2160000"/>
              <a:gd name="connsiteX12" fmla="*/ 360000 w 1440000"/>
              <a:gd name="connsiteY12" fmla="*/ 927793 h 2160000"/>
              <a:gd name="connsiteX13" fmla="*/ 334622 w 1440000"/>
              <a:gd name="connsiteY13" fmla="*/ 919338 h 2160000"/>
              <a:gd name="connsiteX14" fmla="*/ 176209 w 1440000"/>
              <a:gd name="connsiteY14" fmla="*/ 443859 h 2160000"/>
              <a:gd name="connsiteX15" fmla="*/ 17796 w 1440000"/>
              <a:gd name="connsiteY15" fmla="*/ 919338 h 2160000"/>
              <a:gd name="connsiteX16" fmla="*/ 0 w 1440000"/>
              <a:gd name="connsiteY16" fmla="*/ 925267 h 2160000"/>
              <a:gd name="connsiteX17" fmla="*/ 0 w 1440000"/>
              <a:gd name="connsiteY17" fmla="*/ 360000 h 216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440000" h="2160000">
                <a:moveTo>
                  <a:pt x="360000" y="1227709"/>
                </a:moveTo>
                <a:lnTo>
                  <a:pt x="360000" y="1620004"/>
                </a:lnTo>
                <a:lnTo>
                  <a:pt x="539996" y="1800000"/>
                </a:lnTo>
                <a:lnTo>
                  <a:pt x="1440000" y="1800000"/>
                </a:lnTo>
                <a:lnTo>
                  <a:pt x="1080000" y="2160000"/>
                </a:lnTo>
                <a:lnTo>
                  <a:pt x="360000" y="2160000"/>
                </a:lnTo>
                <a:lnTo>
                  <a:pt x="0" y="1800000"/>
                </a:lnTo>
                <a:lnTo>
                  <a:pt x="0" y="1230235"/>
                </a:lnTo>
                <a:lnTo>
                  <a:pt x="17796" y="1236164"/>
                </a:lnTo>
                <a:lnTo>
                  <a:pt x="176209" y="1711643"/>
                </a:lnTo>
                <a:lnTo>
                  <a:pt x="334622" y="1236164"/>
                </a:lnTo>
                <a:close/>
                <a:moveTo>
                  <a:pt x="360000" y="0"/>
                </a:moveTo>
                <a:lnTo>
                  <a:pt x="360000" y="927793"/>
                </a:lnTo>
                <a:lnTo>
                  <a:pt x="334622" y="919338"/>
                </a:lnTo>
                <a:lnTo>
                  <a:pt x="176209" y="443859"/>
                </a:lnTo>
                <a:lnTo>
                  <a:pt x="17796" y="919338"/>
                </a:lnTo>
                <a:lnTo>
                  <a:pt x="0" y="925267"/>
                </a:lnTo>
                <a:lnTo>
                  <a:pt x="0" y="360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PH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E0C955-C735-B8B0-66DA-2A58BA32B2E0}"/>
              </a:ext>
            </a:extLst>
          </p:cNvPr>
          <p:cNvSpPr/>
          <p:nvPr/>
        </p:nvSpPr>
        <p:spPr>
          <a:xfrm>
            <a:off x="642005" y="3640682"/>
            <a:ext cx="250445" cy="545611"/>
          </a:xfrm>
          <a:custGeom>
            <a:avLst/>
            <a:gdLst>
              <a:gd name="connsiteX0" fmla="*/ 355600 w 355600"/>
              <a:gd name="connsiteY0" fmla="*/ 774700 h 774700"/>
              <a:gd name="connsiteX1" fmla="*/ 0 w 355600"/>
              <a:gd name="connsiteY1" fmla="*/ 419100 h 774700"/>
              <a:gd name="connsiteX2" fmla="*/ 0 w 355600"/>
              <a:gd name="connsiteY2" fmla="*/ 0 h 774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55600" h="774700">
                <a:moveTo>
                  <a:pt x="355600" y="774700"/>
                </a:moveTo>
                <a:lnTo>
                  <a:pt x="0" y="419100"/>
                </a:lnTo>
                <a:lnTo>
                  <a:pt x="0" y="0"/>
                </a:ln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2564C7A1-7BB0-988D-609A-29B90C6E39FF}"/>
              </a:ext>
            </a:extLst>
          </p:cNvPr>
          <p:cNvSpPr/>
          <p:nvPr/>
        </p:nvSpPr>
        <p:spPr>
          <a:xfrm>
            <a:off x="543617" y="3819571"/>
            <a:ext cx="232556" cy="375667"/>
          </a:xfrm>
          <a:custGeom>
            <a:avLst/>
            <a:gdLst>
              <a:gd name="connsiteX0" fmla="*/ 330200 w 330200"/>
              <a:gd name="connsiteY0" fmla="*/ 533400 h 533400"/>
              <a:gd name="connsiteX1" fmla="*/ 0 w 330200"/>
              <a:gd name="connsiteY1" fmla="*/ 203200 h 533400"/>
              <a:gd name="connsiteX2" fmla="*/ 0 w 330200"/>
              <a:gd name="connsiteY2" fmla="*/ 0 h 53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30200" h="533400">
                <a:moveTo>
                  <a:pt x="330200" y="533400"/>
                </a:moveTo>
                <a:lnTo>
                  <a:pt x="0" y="203200"/>
                </a:lnTo>
                <a:lnTo>
                  <a:pt x="0" y="0"/>
                </a:ln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B5AC6E1-5FC4-3D60-1334-1C88C198731C}"/>
              </a:ext>
            </a:extLst>
          </p:cNvPr>
          <p:cNvSpPr/>
          <p:nvPr/>
        </p:nvSpPr>
        <p:spPr>
          <a:xfrm>
            <a:off x="603987" y="3564302"/>
            <a:ext cx="76028" cy="76028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73482D6D-30D4-6A56-BC3E-6096AFF51ACB}"/>
              </a:ext>
            </a:extLst>
          </p:cNvPr>
          <p:cNvSpPr/>
          <p:nvPr/>
        </p:nvSpPr>
        <p:spPr>
          <a:xfrm>
            <a:off x="508955" y="3742945"/>
            <a:ext cx="76028" cy="76028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7EBE342B-3E2F-D2A3-A5AA-4B7869BA5157}"/>
              </a:ext>
            </a:extLst>
          </p:cNvPr>
          <p:cNvSpPr/>
          <p:nvPr/>
        </p:nvSpPr>
        <p:spPr>
          <a:xfrm>
            <a:off x="586305" y="3114078"/>
            <a:ext cx="4640539" cy="623875"/>
          </a:xfrm>
          <a:custGeom>
            <a:avLst/>
            <a:gdLst>
              <a:gd name="connsiteX0" fmla="*/ 4540762 w 4640539"/>
              <a:gd name="connsiteY0" fmla="*/ 278578 h 623875"/>
              <a:gd name="connsiteX1" fmla="*/ 4592566 w 4640539"/>
              <a:gd name="connsiteY1" fmla="*/ 278578 h 623875"/>
              <a:gd name="connsiteX2" fmla="*/ 4640539 w 4640539"/>
              <a:gd name="connsiteY2" fmla="*/ 307778 h 623875"/>
              <a:gd name="connsiteX3" fmla="*/ 4598311 w 4640539"/>
              <a:gd name="connsiteY3" fmla="*/ 341964 h 623875"/>
              <a:gd name="connsiteX4" fmla="*/ 4540762 w 4640539"/>
              <a:gd name="connsiteY4" fmla="*/ 341964 h 623875"/>
              <a:gd name="connsiteX5" fmla="*/ 311937 w 4640539"/>
              <a:gd name="connsiteY5" fmla="*/ 0 h 623875"/>
              <a:gd name="connsiteX6" fmla="*/ 381167 w 4640539"/>
              <a:gd name="connsiteY6" fmla="*/ 242708 h 623875"/>
              <a:gd name="connsiteX7" fmla="*/ 506919 w 4640539"/>
              <a:gd name="connsiteY7" fmla="*/ 278578 h 623875"/>
              <a:gd name="connsiteX8" fmla="*/ 4114947 w 4640539"/>
              <a:gd name="connsiteY8" fmla="*/ 278578 h 623875"/>
              <a:gd name="connsiteX9" fmla="*/ 4114947 w 4640539"/>
              <a:gd name="connsiteY9" fmla="*/ 341964 h 623875"/>
              <a:gd name="connsiteX10" fmla="*/ 518609 w 4640539"/>
              <a:gd name="connsiteY10" fmla="*/ 341964 h 623875"/>
              <a:gd name="connsiteX11" fmla="*/ 381167 w 4640539"/>
              <a:gd name="connsiteY11" fmla="*/ 381167 h 623875"/>
              <a:gd name="connsiteX12" fmla="*/ 311937 w 4640539"/>
              <a:gd name="connsiteY12" fmla="*/ 623875 h 623875"/>
              <a:gd name="connsiteX13" fmla="*/ 242708 w 4640539"/>
              <a:gd name="connsiteY13" fmla="*/ 381167 h 623875"/>
              <a:gd name="connsiteX14" fmla="*/ 0 w 4640539"/>
              <a:gd name="connsiteY14" fmla="*/ 311938 h 623875"/>
              <a:gd name="connsiteX15" fmla="*/ 242708 w 4640539"/>
              <a:gd name="connsiteY15" fmla="*/ 242708 h 623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640539" h="623875">
                <a:moveTo>
                  <a:pt x="4540762" y="278578"/>
                </a:moveTo>
                <a:lnTo>
                  <a:pt x="4592566" y="278578"/>
                </a:lnTo>
                <a:lnTo>
                  <a:pt x="4640539" y="307778"/>
                </a:lnTo>
                <a:lnTo>
                  <a:pt x="4598311" y="341964"/>
                </a:lnTo>
                <a:lnTo>
                  <a:pt x="4540762" y="341964"/>
                </a:lnTo>
                <a:close/>
                <a:moveTo>
                  <a:pt x="311937" y="0"/>
                </a:moveTo>
                <a:lnTo>
                  <a:pt x="381167" y="242708"/>
                </a:lnTo>
                <a:lnTo>
                  <a:pt x="506919" y="278578"/>
                </a:lnTo>
                <a:lnTo>
                  <a:pt x="4114947" y="278578"/>
                </a:lnTo>
                <a:lnTo>
                  <a:pt x="4114947" y="341964"/>
                </a:lnTo>
                <a:lnTo>
                  <a:pt x="518609" y="341964"/>
                </a:lnTo>
                <a:lnTo>
                  <a:pt x="381167" y="381167"/>
                </a:lnTo>
                <a:lnTo>
                  <a:pt x="311937" y="623875"/>
                </a:lnTo>
                <a:lnTo>
                  <a:pt x="242708" y="381167"/>
                </a:lnTo>
                <a:lnTo>
                  <a:pt x="0" y="311938"/>
                </a:lnTo>
                <a:lnTo>
                  <a:pt x="242708" y="24270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PH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2C1A58D-3F3C-74CD-9CD7-5E8B9E00B341}"/>
              </a:ext>
            </a:extLst>
          </p:cNvPr>
          <p:cNvSpPr/>
          <p:nvPr/>
        </p:nvSpPr>
        <p:spPr>
          <a:xfrm flipH="1" flipV="1">
            <a:off x="6358919" y="2665378"/>
            <a:ext cx="1014174" cy="1521261"/>
          </a:xfrm>
          <a:custGeom>
            <a:avLst/>
            <a:gdLst>
              <a:gd name="connsiteX0" fmla="*/ 1080000 w 1440000"/>
              <a:gd name="connsiteY0" fmla="*/ 2160000 h 2160000"/>
              <a:gd name="connsiteX1" fmla="*/ 360000 w 1440000"/>
              <a:gd name="connsiteY1" fmla="*/ 2160000 h 2160000"/>
              <a:gd name="connsiteX2" fmla="*/ 0 w 1440000"/>
              <a:gd name="connsiteY2" fmla="*/ 1800000 h 2160000"/>
              <a:gd name="connsiteX3" fmla="*/ 0 w 1440000"/>
              <a:gd name="connsiteY3" fmla="*/ 360000 h 2160000"/>
              <a:gd name="connsiteX4" fmla="*/ 360000 w 1440000"/>
              <a:gd name="connsiteY4" fmla="*/ 0 h 2160000"/>
              <a:gd name="connsiteX5" fmla="*/ 360000 w 1440000"/>
              <a:gd name="connsiteY5" fmla="*/ 1616695 h 2160000"/>
              <a:gd name="connsiteX6" fmla="*/ 543305 w 1440000"/>
              <a:gd name="connsiteY6" fmla="*/ 1800000 h 2160000"/>
              <a:gd name="connsiteX7" fmla="*/ 1440000 w 1440000"/>
              <a:gd name="connsiteY7" fmla="*/ 1800000 h 216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440000" h="2160000">
                <a:moveTo>
                  <a:pt x="1080000" y="2160000"/>
                </a:moveTo>
                <a:lnTo>
                  <a:pt x="360000" y="2160000"/>
                </a:lnTo>
                <a:lnTo>
                  <a:pt x="0" y="1800000"/>
                </a:lnTo>
                <a:lnTo>
                  <a:pt x="0" y="360000"/>
                </a:lnTo>
                <a:lnTo>
                  <a:pt x="360000" y="0"/>
                </a:lnTo>
                <a:lnTo>
                  <a:pt x="360000" y="1616695"/>
                </a:lnTo>
                <a:lnTo>
                  <a:pt x="543305" y="1800000"/>
                </a:lnTo>
                <a:lnTo>
                  <a:pt x="1440000" y="1800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PH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1378704C-9C37-4085-D760-551160235783}"/>
              </a:ext>
            </a:extLst>
          </p:cNvPr>
          <p:cNvSpPr/>
          <p:nvPr/>
        </p:nvSpPr>
        <p:spPr>
          <a:xfrm flipH="1" flipV="1">
            <a:off x="10668871" y="2664070"/>
            <a:ext cx="1014174" cy="1521261"/>
          </a:xfrm>
          <a:custGeom>
            <a:avLst/>
            <a:gdLst>
              <a:gd name="connsiteX0" fmla="*/ 1440000 w 1440000"/>
              <a:gd name="connsiteY0" fmla="*/ 1212509 h 2160000"/>
              <a:gd name="connsiteX1" fmla="*/ 1080002 w 1440000"/>
              <a:gd name="connsiteY1" fmla="*/ 852511 h 2160000"/>
              <a:gd name="connsiteX2" fmla="*/ 1080002 w 1440000"/>
              <a:gd name="connsiteY2" fmla="*/ 0 h 2160000"/>
              <a:gd name="connsiteX3" fmla="*/ 1440000 w 1440000"/>
              <a:gd name="connsiteY3" fmla="*/ 0 h 2160000"/>
              <a:gd name="connsiteX4" fmla="*/ 0 w 1440000"/>
              <a:gd name="connsiteY4" fmla="*/ 1218478 h 2160000"/>
              <a:gd name="connsiteX5" fmla="*/ 0 w 1440000"/>
              <a:gd name="connsiteY5" fmla="*/ 0 h 2160000"/>
              <a:gd name="connsiteX6" fmla="*/ 360003 w 1440000"/>
              <a:gd name="connsiteY6" fmla="*/ 0 h 2160000"/>
              <a:gd name="connsiteX7" fmla="*/ 360003 w 1440000"/>
              <a:gd name="connsiteY7" fmla="*/ 858475 h 2160000"/>
              <a:gd name="connsiteX8" fmla="*/ 1440000 w 1440000"/>
              <a:gd name="connsiteY8" fmla="*/ 2160000 h 2160000"/>
              <a:gd name="connsiteX9" fmla="*/ 1433732 w 1440000"/>
              <a:gd name="connsiteY9" fmla="*/ 2160000 h 2160000"/>
              <a:gd name="connsiteX10" fmla="*/ 1081369 w 1440000"/>
              <a:gd name="connsiteY10" fmla="*/ 1807637 h 2160000"/>
              <a:gd name="connsiteX11" fmla="*/ 1081369 w 1440000"/>
              <a:gd name="connsiteY11" fmla="*/ 1465574 h 2160000"/>
              <a:gd name="connsiteX12" fmla="*/ 896985 w 1440000"/>
              <a:gd name="connsiteY12" fmla="*/ 1265993 h 2160000"/>
              <a:gd name="connsiteX13" fmla="*/ 528275 w 1440000"/>
              <a:gd name="connsiteY13" fmla="*/ 1265993 h 2160000"/>
              <a:gd name="connsiteX14" fmla="*/ 361370 w 1440000"/>
              <a:gd name="connsiteY14" fmla="*/ 1446655 h 2160000"/>
              <a:gd name="connsiteX15" fmla="*/ 361370 w 1440000"/>
              <a:gd name="connsiteY15" fmla="*/ 2160000 h 2160000"/>
              <a:gd name="connsiteX16" fmla="*/ 0 w 1440000"/>
              <a:gd name="connsiteY16" fmla="*/ 2160000 h 2160000"/>
              <a:gd name="connsiteX17" fmla="*/ 0 w 1440000"/>
              <a:gd name="connsiteY17" fmla="*/ 1275628 h 2160000"/>
              <a:gd name="connsiteX18" fmla="*/ 367825 w 1440000"/>
              <a:gd name="connsiteY18" fmla="*/ 907803 h 2160000"/>
              <a:gd name="connsiteX19" fmla="*/ 1078144 w 1440000"/>
              <a:gd name="connsiteY19" fmla="*/ 907803 h 2160000"/>
              <a:gd name="connsiteX20" fmla="*/ 1440000 w 1440000"/>
              <a:gd name="connsiteY20" fmla="*/ 1269659 h 216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1440000" h="2160000">
                <a:moveTo>
                  <a:pt x="1440000" y="1212509"/>
                </a:moveTo>
                <a:lnTo>
                  <a:pt x="1080002" y="852511"/>
                </a:lnTo>
                <a:lnTo>
                  <a:pt x="1080002" y="0"/>
                </a:lnTo>
                <a:lnTo>
                  <a:pt x="1440000" y="0"/>
                </a:lnTo>
                <a:close/>
                <a:moveTo>
                  <a:pt x="0" y="1218478"/>
                </a:moveTo>
                <a:lnTo>
                  <a:pt x="0" y="0"/>
                </a:lnTo>
                <a:lnTo>
                  <a:pt x="360003" y="0"/>
                </a:lnTo>
                <a:lnTo>
                  <a:pt x="360003" y="858475"/>
                </a:lnTo>
                <a:close/>
                <a:moveTo>
                  <a:pt x="1440000" y="2160000"/>
                </a:moveTo>
                <a:lnTo>
                  <a:pt x="1433732" y="2160000"/>
                </a:lnTo>
                <a:lnTo>
                  <a:pt x="1081369" y="1807637"/>
                </a:lnTo>
                <a:lnTo>
                  <a:pt x="1081369" y="1465574"/>
                </a:lnTo>
                <a:lnTo>
                  <a:pt x="896985" y="1265993"/>
                </a:lnTo>
                <a:lnTo>
                  <a:pt x="528275" y="1265993"/>
                </a:lnTo>
                <a:lnTo>
                  <a:pt x="361370" y="1446655"/>
                </a:lnTo>
                <a:lnTo>
                  <a:pt x="361370" y="2160000"/>
                </a:lnTo>
                <a:lnTo>
                  <a:pt x="0" y="2160000"/>
                </a:lnTo>
                <a:lnTo>
                  <a:pt x="0" y="1275628"/>
                </a:lnTo>
                <a:lnTo>
                  <a:pt x="367825" y="907803"/>
                </a:lnTo>
                <a:lnTo>
                  <a:pt x="1078144" y="907803"/>
                </a:lnTo>
                <a:lnTo>
                  <a:pt x="1440000" y="126965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PH"/>
          </a:p>
        </p:txBody>
      </p:sp>
      <p:sp>
        <p:nvSpPr>
          <p:cNvPr id="54" name="Freeform: Shape 53">
            <a:extLst>
              <a:ext uri="{FF2B5EF4-FFF2-40B4-BE49-F238E27FC236}">
                <a16:creationId xmlns:a16="http://schemas.microsoft.com/office/drawing/2014/main" id="{D808EC24-5BCA-FCC3-AA3B-170FC4A5675B}"/>
              </a:ext>
            </a:extLst>
          </p:cNvPr>
          <p:cNvSpPr/>
          <p:nvPr/>
        </p:nvSpPr>
        <p:spPr>
          <a:xfrm>
            <a:off x="2809353" y="2927350"/>
            <a:ext cx="1014174" cy="996950"/>
          </a:xfrm>
          <a:custGeom>
            <a:avLst/>
            <a:gdLst>
              <a:gd name="connsiteX0" fmla="*/ 760631 w 1014174"/>
              <a:gd name="connsiteY0" fmla="*/ 625437 h 996950"/>
              <a:gd name="connsiteX1" fmla="*/ 1014174 w 1014174"/>
              <a:gd name="connsiteY1" fmla="*/ 625437 h 996950"/>
              <a:gd name="connsiteX2" fmla="*/ 1014174 w 1014174"/>
              <a:gd name="connsiteY2" fmla="*/ 996950 h 996950"/>
              <a:gd name="connsiteX3" fmla="*/ 760621 w 1014174"/>
              <a:gd name="connsiteY3" fmla="*/ 996950 h 996950"/>
              <a:gd name="connsiteX4" fmla="*/ 760621 w 1014174"/>
              <a:gd name="connsiteY4" fmla="*/ 878988 h 996950"/>
              <a:gd name="connsiteX5" fmla="*/ 760631 w 1014174"/>
              <a:gd name="connsiteY5" fmla="*/ 878978 h 996950"/>
              <a:gd name="connsiteX6" fmla="*/ 0 w 1014174"/>
              <a:gd name="connsiteY6" fmla="*/ 0 h 996950"/>
              <a:gd name="connsiteX7" fmla="*/ 255155 w 1014174"/>
              <a:gd name="connsiteY7" fmla="*/ 0 h 996950"/>
              <a:gd name="connsiteX8" fmla="*/ 255155 w 1014174"/>
              <a:gd name="connsiteY8" fmla="*/ 116862 h 996950"/>
              <a:gd name="connsiteX9" fmla="*/ 253540 w 1014174"/>
              <a:gd name="connsiteY9" fmla="*/ 118353 h 996950"/>
              <a:gd name="connsiteX10" fmla="*/ 253540 w 1014174"/>
              <a:gd name="connsiteY10" fmla="*/ 371894 h 996950"/>
              <a:gd name="connsiteX11" fmla="*/ 0 w 1014174"/>
              <a:gd name="connsiteY11" fmla="*/ 371894 h 996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14174" h="996950">
                <a:moveTo>
                  <a:pt x="760631" y="625437"/>
                </a:moveTo>
                <a:lnTo>
                  <a:pt x="1014174" y="625437"/>
                </a:lnTo>
                <a:lnTo>
                  <a:pt x="1014174" y="996950"/>
                </a:lnTo>
                <a:lnTo>
                  <a:pt x="760621" y="996950"/>
                </a:lnTo>
                <a:lnTo>
                  <a:pt x="760621" y="878988"/>
                </a:lnTo>
                <a:lnTo>
                  <a:pt x="760631" y="878978"/>
                </a:lnTo>
                <a:close/>
                <a:moveTo>
                  <a:pt x="0" y="0"/>
                </a:moveTo>
                <a:lnTo>
                  <a:pt x="255155" y="0"/>
                </a:lnTo>
                <a:lnTo>
                  <a:pt x="255155" y="116862"/>
                </a:lnTo>
                <a:lnTo>
                  <a:pt x="253540" y="118353"/>
                </a:lnTo>
                <a:lnTo>
                  <a:pt x="253540" y="371894"/>
                </a:lnTo>
                <a:lnTo>
                  <a:pt x="0" y="371894"/>
                </a:lnTo>
                <a:close/>
              </a:path>
            </a:pathLst>
          </a:custGeom>
          <a:solidFill>
            <a:srgbClr val="C8A6A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PH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CF21343B-79F7-3C2F-D614-27E2F7CAC9A6}"/>
              </a:ext>
            </a:extLst>
          </p:cNvPr>
          <p:cNvSpPr/>
          <p:nvPr/>
        </p:nvSpPr>
        <p:spPr>
          <a:xfrm>
            <a:off x="4077066" y="2982315"/>
            <a:ext cx="371518" cy="941985"/>
          </a:xfrm>
          <a:custGeom>
            <a:avLst/>
            <a:gdLst>
              <a:gd name="connsiteX0" fmla="*/ 0 w 371518"/>
              <a:gd name="connsiteY0" fmla="*/ 570472 h 941985"/>
              <a:gd name="connsiteX1" fmla="*/ 253544 w 371518"/>
              <a:gd name="connsiteY1" fmla="*/ 570472 h 941985"/>
              <a:gd name="connsiteX2" fmla="*/ 253544 w 371518"/>
              <a:gd name="connsiteY2" fmla="*/ 824010 h 941985"/>
              <a:gd name="connsiteX3" fmla="*/ 371518 w 371518"/>
              <a:gd name="connsiteY3" fmla="*/ 941985 h 941985"/>
              <a:gd name="connsiteX4" fmla="*/ 0 w 371518"/>
              <a:gd name="connsiteY4" fmla="*/ 941985 h 941985"/>
              <a:gd name="connsiteX5" fmla="*/ 0 w 371518"/>
              <a:gd name="connsiteY5" fmla="*/ 0 h 941985"/>
              <a:gd name="connsiteX6" fmla="*/ 316927 w 371518"/>
              <a:gd name="connsiteY6" fmla="*/ 0 h 941985"/>
              <a:gd name="connsiteX7" fmla="*/ 253544 w 371518"/>
              <a:gd name="connsiteY7" fmla="*/ 63383 h 941985"/>
              <a:gd name="connsiteX8" fmla="*/ 253544 w 371518"/>
              <a:gd name="connsiteY8" fmla="*/ 316929 h 941985"/>
              <a:gd name="connsiteX9" fmla="*/ 0 w 371518"/>
              <a:gd name="connsiteY9" fmla="*/ 316929 h 941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71518" h="941985">
                <a:moveTo>
                  <a:pt x="0" y="570472"/>
                </a:moveTo>
                <a:lnTo>
                  <a:pt x="253544" y="570472"/>
                </a:lnTo>
                <a:lnTo>
                  <a:pt x="253544" y="824010"/>
                </a:lnTo>
                <a:lnTo>
                  <a:pt x="371518" y="941985"/>
                </a:lnTo>
                <a:lnTo>
                  <a:pt x="0" y="941985"/>
                </a:lnTo>
                <a:close/>
                <a:moveTo>
                  <a:pt x="0" y="0"/>
                </a:moveTo>
                <a:lnTo>
                  <a:pt x="316927" y="0"/>
                </a:lnTo>
                <a:lnTo>
                  <a:pt x="253544" y="63383"/>
                </a:lnTo>
                <a:lnTo>
                  <a:pt x="253544" y="316929"/>
                </a:lnTo>
                <a:lnTo>
                  <a:pt x="0" y="316929"/>
                </a:lnTo>
                <a:close/>
              </a:path>
            </a:pathLst>
          </a:custGeom>
          <a:solidFill>
            <a:srgbClr val="C8A6A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PH"/>
          </a:p>
        </p:txBody>
      </p:sp>
      <p:sp>
        <p:nvSpPr>
          <p:cNvPr id="56" name="Freeform: Shape 55">
            <a:extLst>
              <a:ext uri="{FF2B5EF4-FFF2-40B4-BE49-F238E27FC236}">
                <a16:creationId xmlns:a16="http://schemas.microsoft.com/office/drawing/2014/main" id="{86797C73-1CF7-8C1A-2FF7-38A02C26CFBC}"/>
              </a:ext>
            </a:extLst>
          </p:cNvPr>
          <p:cNvSpPr/>
          <p:nvPr/>
        </p:nvSpPr>
        <p:spPr>
          <a:xfrm>
            <a:off x="2302253" y="2665385"/>
            <a:ext cx="2788987" cy="1521261"/>
          </a:xfrm>
          <a:custGeom>
            <a:avLst/>
            <a:gdLst>
              <a:gd name="connsiteX0" fmla="*/ 1267721 w 2788987"/>
              <a:gd name="connsiteY0" fmla="*/ 1258915 h 1521261"/>
              <a:gd name="connsiteX1" fmla="*/ 1521274 w 2788987"/>
              <a:gd name="connsiteY1" fmla="*/ 1258915 h 1521261"/>
              <a:gd name="connsiteX2" fmla="*/ 1521274 w 2788987"/>
              <a:gd name="connsiteY2" fmla="*/ 1267718 h 1521261"/>
              <a:gd name="connsiteX3" fmla="*/ 1267731 w 2788987"/>
              <a:gd name="connsiteY3" fmla="*/ 1521261 h 1521261"/>
              <a:gd name="connsiteX4" fmla="*/ 507100 w 2788987"/>
              <a:gd name="connsiteY4" fmla="*/ 1521261 h 1521261"/>
              <a:gd name="connsiteX5" fmla="*/ 507100 w 2788987"/>
              <a:gd name="connsiteY5" fmla="*/ 1521259 h 1521261"/>
              <a:gd name="connsiteX6" fmla="*/ 253542 w 2788987"/>
              <a:gd name="connsiteY6" fmla="*/ 1521259 h 1521261"/>
              <a:gd name="connsiteX7" fmla="*/ 0 w 2788987"/>
              <a:gd name="connsiteY7" fmla="*/ 1267718 h 1521261"/>
              <a:gd name="connsiteX8" fmla="*/ 0 w 2788987"/>
              <a:gd name="connsiteY8" fmla="*/ 1267717 h 1521261"/>
              <a:gd name="connsiteX9" fmla="*/ 1014184 w 2788987"/>
              <a:gd name="connsiteY9" fmla="*/ 1267717 h 1521261"/>
              <a:gd name="connsiteX10" fmla="*/ 1014184 w 2788987"/>
              <a:gd name="connsiteY10" fmla="*/ 1267718 h 1521261"/>
              <a:gd name="connsiteX11" fmla="*/ 1135833 w 2788987"/>
              <a:gd name="connsiteY11" fmla="*/ 1267718 h 1521261"/>
              <a:gd name="connsiteX12" fmla="*/ 1137560 w 2788987"/>
              <a:gd name="connsiteY12" fmla="*/ 1266058 h 1521261"/>
              <a:gd name="connsiteX13" fmla="*/ 1267721 w 2788987"/>
              <a:gd name="connsiteY13" fmla="*/ 1266058 h 1521261"/>
              <a:gd name="connsiteX14" fmla="*/ 760639 w 2788987"/>
              <a:gd name="connsiteY14" fmla="*/ 0 h 1521261"/>
              <a:gd name="connsiteX15" fmla="*/ 1521274 w 2788987"/>
              <a:gd name="connsiteY15" fmla="*/ 0 h 1521261"/>
              <a:gd name="connsiteX16" fmla="*/ 1521274 w 2788987"/>
              <a:gd name="connsiteY16" fmla="*/ 2745 h 1521261"/>
              <a:gd name="connsiteX17" fmla="*/ 1774813 w 2788987"/>
              <a:gd name="connsiteY17" fmla="*/ 2745 h 1521261"/>
              <a:gd name="connsiteX18" fmla="*/ 1774813 w 2788987"/>
              <a:gd name="connsiteY18" fmla="*/ 0 h 1521261"/>
              <a:gd name="connsiteX19" fmla="*/ 2535433 w 2788987"/>
              <a:gd name="connsiteY19" fmla="*/ 0 h 1521261"/>
              <a:gd name="connsiteX20" fmla="*/ 2788987 w 2788987"/>
              <a:gd name="connsiteY20" fmla="*/ 253554 h 1521261"/>
              <a:gd name="connsiteX21" fmla="*/ 2788987 w 2788987"/>
              <a:gd name="connsiteY21" fmla="*/ 1267716 h 1521261"/>
              <a:gd name="connsiteX22" fmla="*/ 2535442 w 2788987"/>
              <a:gd name="connsiteY22" fmla="*/ 1521261 h 1521261"/>
              <a:gd name="connsiteX23" fmla="*/ 2028354 w 2788987"/>
              <a:gd name="connsiteY23" fmla="*/ 1521261 h 1521261"/>
              <a:gd name="connsiteX24" fmla="*/ 1774813 w 2788987"/>
              <a:gd name="connsiteY24" fmla="*/ 1267721 h 1521261"/>
              <a:gd name="connsiteX25" fmla="*/ 1774813 w 2788987"/>
              <a:gd name="connsiteY25" fmla="*/ 1258915 h 1521261"/>
              <a:gd name="connsiteX26" fmla="*/ 2146331 w 2788987"/>
              <a:gd name="connsiteY26" fmla="*/ 1258915 h 1521261"/>
              <a:gd name="connsiteX27" fmla="*/ 2155130 w 2788987"/>
              <a:gd name="connsiteY27" fmla="*/ 1267714 h 1521261"/>
              <a:gd name="connsiteX28" fmla="*/ 2408668 w 2788987"/>
              <a:gd name="connsiteY28" fmla="*/ 1267714 h 1521261"/>
              <a:gd name="connsiteX29" fmla="*/ 2535443 w 2788987"/>
              <a:gd name="connsiteY29" fmla="*/ 1140940 h 1521261"/>
              <a:gd name="connsiteX30" fmla="*/ 2535443 w 2788987"/>
              <a:gd name="connsiteY30" fmla="*/ 380323 h 1521261"/>
              <a:gd name="connsiteX31" fmla="*/ 2408660 w 2788987"/>
              <a:gd name="connsiteY31" fmla="*/ 253540 h 1521261"/>
              <a:gd name="connsiteX32" fmla="*/ 2155129 w 2788987"/>
              <a:gd name="connsiteY32" fmla="*/ 253540 h 1521261"/>
              <a:gd name="connsiteX33" fmla="*/ 2155126 w 2788987"/>
              <a:gd name="connsiteY33" fmla="*/ 253544 h 1521261"/>
              <a:gd name="connsiteX34" fmla="*/ 2026409 w 2788987"/>
              <a:gd name="connsiteY34" fmla="*/ 253544 h 1521261"/>
              <a:gd name="connsiteX35" fmla="*/ 2026409 w 2788987"/>
              <a:gd name="connsiteY35" fmla="*/ 256287 h 1521261"/>
              <a:gd name="connsiteX36" fmla="*/ 1265784 w 2788987"/>
              <a:gd name="connsiteY36" fmla="*/ 256287 h 1521261"/>
              <a:gd name="connsiteX37" fmla="*/ 1265784 w 2788987"/>
              <a:gd name="connsiteY37" fmla="*/ 253544 h 1521261"/>
              <a:gd name="connsiteX38" fmla="*/ 897991 w 2788987"/>
              <a:gd name="connsiteY38" fmla="*/ 253544 h 1521261"/>
              <a:gd name="connsiteX39" fmla="*/ 897213 w 2788987"/>
              <a:gd name="connsiteY39" fmla="*/ 254262 h 1521261"/>
              <a:gd name="connsiteX40" fmla="*/ 762255 w 2788987"/>
              <a:gd name="connsiteY40" fmla="*/ 254262 h 1521261"/>
              <a:gd name="connsiteX41" fmla="*/ 762255 w 2788987"/>
              <a:gd name="connsiteY41" fmla="*/ 261965 h 1521261"/>
              <a:gd name="connsiteX42" fmla="*/ 507100 w 2788987"/>
              <a:gd name="connsiteY42" fmla="*/ 261965 h 1521261"/>
              <a:gd name="connsiteX43" fmla="*/ 507100 w 2788987"/>
              <a:gd name="connsiteY43" fmla="*/ 253539 h 15212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2788987" h="1521261">
                <a:moveTo>
                  <a:pt x="1267721" y="1258915"/>
                </a:moveTo>
                <a:lnTo>
                  <a:pt x="1521274" y="1258915"/>
                </a:lnTo>
                <a:lnTo>
                  <a:pt x="1521274" y="1267718"/>
                </a:lnTo>
                <a:lnTo>
                  <a:pt x="1267731" y="1521261"/>
                </a:lnTo>
                <a:lnTo>
                  <a:pt x="507100" y="1521261"/>
                </a:lnTo>
                <a:lnTo>
                  <a:pt x="507100" y="1521259"/>
                </a:lnTo>
                <a:lnTo>
                  <a:pt x="253542" y="1521259"/>
                </a:lnTo>
                <a:lnTo>
                  <a:pt x="0" y="1267718"/>
                </a:lnTo>
                <a:lnTo>
                  <a:pt x="0" y="1267717"/>
                </a:lnTo>
                <a:lnTo>
                  <a:pt x="1014184" y="1267717"/>
                </a:lnTo>
                <a:lnTo>
                  <a:pt x="1014184" y="1267718"/>
                </a:lnTo>
                <a:lnTo>
                  <a:pt x="1135833" y="1267718"/>
                </a:lnTo>
                <a:lnTo>
                  <a:pt x="1137560" y="1266058"/>
                </a:lnTo>
                <a:lnTo>
                  <a:pt x="1267721" y="1266058"/>
                </a:lnTo>
                <a:close/>
                <a:moveTo>
                  <a:pt x="760639" y="0"/>
                </a:moveTo>
                <a:lnTo>
                  <a:pt x="1521274" y="0"/>
                </a:lnTo>
                <a:lnTo>
                  <a:pt x="1521274" y="2745"/>
                </a:lnTo>
                <a:lnTo>
                  <a:pt x="1774813" y="2745"/>
                </a:lnTo>
                <a:lnTo>
                  <a:pt x="1774813" y="0"/>
                </a:lnTo>
                <a:lnTo>
                  <a:pt x="2535433" y="0"/>
                </a:lnTo>
                <a:lnTo>
                  <a:pt x="2788987" y="253554"/>
                </a:lnTo>
                <a:lnTo>
                  <a:pt x="2788987" y="1267716"/>
                </a:lnTo>
                <a:lnTo>
                  <a:pt x="2535442" y="1521261"/>
                </a:lnTo>
                <a:lnTo>
                  <a:pt x="2028354" y="1521261"/>
                </a:lnTo>
                <a:lnTo>
                  <a:pt x="1774813" y="1267721"/>
                </a:lnTo>
                <a:lnTo>
                  <a:pt x="1774813" y="1258915"/>
                </a:lnTo>
                <a:lnTo>
                  <a:pt x="2146331" y="1258915"/>
                </a:lnTo>
                <a:lnTo>
                  <a:pt x="2155130" y="1267714"/>
                </a:lnTo>
                <a:lnTo>
                  <a:pt x="2408668" y="1267714"/>
                </a:lnTo>
                <a:lnTo>
                  <a:pt x="2535443" y="1140940"/>
                </a:lnTo>
                <a:lnTo>
                  <a:pt x="2535443" y="380323"/>
                </a:lnTo>
                <a:lnTo>
                  <a:pt x="2408660" y="253540"/>
                </a:lnTo>
                <a:lnTo>
                  <a:pt x="2155129" y="253540"/>
                </a:lnTo>
                <a:lnTo>
                  <a:pt x="2155126" y="253544"/>
                </a:lnTo>
                <a:lnTo>
                  <a:pt x="2026409" y="253544"/>
                </a:lnTo>
                <a:lnTo>
                  <a:pt x="2026409" y="256287"/>
                </a:lnTo>
                <a:lnTo>
                  <a:pt x="1265784" y="256287"/>
                </a:lnTo>
                <a:lnTo>
                  <a:pt x="1265784" y="253544"/>
                </a:lnTo>
                <a:lnTo>
                  <a:pt x="897991" y="253544"/>
                </a:lnTo>
                <a:lnTo>
                  <a:pt x="897213" y="254262"/>
                </a:lnTo>
                <a:lnTo>
                  <a:pt x="762255" y="254262"/>
                </a:lnTo>
                <a:lnTo>
                  <a:pt x="762255" y="261965"/>
                </a:lnTo>
                <a:lnTo>
                  <a:pt x="507100" y="261965"/>
                </a:lnTo>
                <a:lnTo>
                  <a:pt x="507100" y="25353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PH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B605CDC6-AB07-E683-4A4A-0418151AA131}"/>
              </a:ext>
            </a:extLst>
          </p:cNvPr>
          <p:cNvSpPr/>
          <p:nvPr/>
        </p:nvSpPr>
        <p:spPr>
          <a:xfrm>
            <a:off x="4918730" y="2665378"/>
            <a:ext cx="1440197" cy="1517200"/>
          </a:xfrm>
          <a:custGeom>
            <a:avLst/>
            <a:gdLst>
              <a:gd name="connsiteX0" fmla="*/ 426023 w 1440197"/>
              <a:gd name="connsiteY0" fmla="*/ 820766 h 1517200"/>
              <a:gd name="connsiteX1" fmla="*/ 679526 w 1440197"/>
              <a:gd name="connsiteY1" fmla="*/ 1074269 h 1517200"/>
              <a:gd name="connsiteX2" fmla="*/ 679526 w 1440197"/>
              <a:gd name="connsiteY2" fmla="*/ 1263583 h 1517200"/>
              <a:gd name="connsiteX3" fmla="*/ 679444 w 1440197"/>
              <a:gd name="connsiteY3" fmla="*/ 1263665 h 1517200"/>
              <a:gd name="connsiteX4" fmla="*/ 473022 w 1440197"/>
              <a:gd name="connsiteY4" fmla="*/ 1470088 h 1517200"/>
              <a:gd name="connsiteX5" fmla="*/ 426023 w 1440197"/>
              <a:gd name="connsiteY5" fmla="*/ 1517085 h 1517200"/>
              <a:gd name="connsiteX6" fmla="*/ 425909 w 1440197"/>
              <a:gd name="connsiteY6" fmla="*/ 1517200 h 1517200"/>
              <a:gd name="connsiteX7" fmla="*/ 0 w 1440197"/>
              <a:gd name="connsiteY7" fmla="*/ 1517200 h 1517200"/>
              <a:gd name="connsiteX8" fmla="*/ 253542 w 1440197"/>
              <a:gd name="connsiteY8" fmla="*/ 1263658 h 1517200"/>
              <a:gd name="connsiteX9" fmla="*/ 426023 w 1440197"/>
              <a:gd name="connsiteY9" fmla="*/ 1263658 h 1517200"/>
              <a:gd name="connsiteX10" fmla="*/ 426023 w 1440197"/>
              <a:gd name="connsiteY10" fmla="*/ 0 h 1517200"/>
              <a:gd name="connsiteX11" fmla="*/ 1186648 w 1440197"/>
              <a:gd name="connsiteY11" fmla="*/ 0 h 1517200"/>
              <a:gd name="connsiteX12" fmla="*/ 1440197 w 1440197"/>
              <a:gd name="connsiteY12" fmla="*/ 253549 h 1517200"/>
              <a:gd name="connsiteX13" fmla="*/ 1440197 w 1440197"/>
              <a:gd name="connsiteY13" fmla="*/ 261971 h 1517200"/>
              <a:gd name="connsiteX14" fmla="*/ 1069962 w 1440197"/>
              <a:gd name="connsiteY14" fmla="*/ 261971 h 1517200"/>
              <a:gd name="connsiteX15" fmla="*/ 1060224 w 1440197"/>
              <a:gd name="connsiteY15" fmla="*/ 252234 h 1517200"/>
              <a:gd name="connsiteX16" fmla="*/ 679561 w 1440197"/>
              <a:gd name="connsiteY16" fmla="*/ 252234 h 1517200"/>
              <a:gd name="connsiteX17" fmla="*/ 679561 w 1440197"/>
              <a:gd name="connsiteY17" fmla="*/ 430797 h 1517200"/>
              <a:gd name="connsiteX18" fmla="*/ 426023 w 1440197"/>
              <a:gd name="connsiteY18" fmla="*/ 684334 h 151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1440197" h="1517200">
                <a:moveTo>
                  <a:pt x="426023" y="820766"/>
                </a:moveTo>
                <a:lnTo>
                  <a:pt x="679526" y="1074269"/>
                </a:lnTo>
                <a:lnTo>
                  <a:pt x="679526" y="1263583"/>
                </a:lnTo>
                <a:lnTo>
                  <a:pt x="679444" y="1263665"/>
                </a:lnTo>
                <a:lnTo>
                  <a:pt x="473022" y="1470088"/>
                </a:lnTo>
                <a:lnTo>
                  <a:pt x="426023" y="1517085"/>
                </a:lnTo>
                <a:lnTo>
                  <a:pt x="425909" y="1517200"/>
                </a:lnTo>
                <a:lnTo>
                  <a:pt x="0" y="1517200"/>
                </a:lnTo>
                <a:lnTo>
                  <a:pt x="253542" y="1263658"/>
                </a:lnTo>
                <a:lnTo>
                  <a:pt x="426023" y="1263658"/>
                </a:lnTo>
                <a:close/>
                <a:moveTo>
                  <a:pt x="426023" y="0"/>
                </a:moveTo>
                <a:lnTo>
                  <a:pt x="1186648" y="0"/>
                </a:lnTo>
                <a:lnTo>
                  <a:pt x="1440197" y="253549"/>
                </a:lnTo>
                <a:lnTo>
                  <a:pt x="1440197" y="261971"/>
                </a:lnTo>
                <a:lnTo>
                  <a:pt x="1069962" y="261971"/>
                </a:lnTo>
                <a:lnTo>
                  <a:pt x="1060224" y="252234"/>
                </a:lnTo>
                <a:lnTo>
                  <a:pt x="679561" y="252234"/>
                </a:lnTo>
                <a:lnTo>
                  <a:pt x="679561" y="430797"/>
                </a:lnTo>
                <a:lnTo>
                  <a:pt x="426023" y="684334"/>
                </a:lnTo>
                <a:close/>
              </a:path>
            </a:pathLst>
          </a:custGeom>
          <a:solidFill>
            <a:srgbClr val="C8A6A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PH"/>
          </a:p>
        </p:txBody>
      </p:sp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7A409FBD-9188-D7D4-E28B-6A317F697200}"/>
              </a:ext>
            </a:extLst>
          </p:cNvPr>
          <p:cNvSpPr/>
          <p:nvPr/>
        </p:nvSpPr>
        <p:spPr>
          <a:xfrm flipH="1" flipV="1">
            <a:off x="9401185" y="2957482"/>
            <a:ext cx="1014174" cy="1227849"/>
          </a:xfrm>
          <a:custGeom>
            <a:avLst/>
            <a:gdLst>
              <a:gd name="connsiteX0" fmla="*/ 1014174 w 1014174"/>
              <a:gd name="connsiteY0" fmla="*/ 1227849 h 1227849"/>
              <a:gd name="connsiteX1" fmla="*/ 668313 w 1014174"/>
              <a:gd name="connsiteY1" fmla="*/ 1227849 h 1227849"/>
              <a:gd name="connsiteX2" fmla="*/ 760365 w 1014174"/>
              <a:gd name="connsiteY2" fmla="*/ 1142089 h 1227849"/>
              <a:gd name="connsiteX3" fmla="*/ 760365 w 1014174"/>
              <a:gd name="connsiteY3" fmla="*/ 384431 h 1227849"/>
              <a:gd name="connsiteX4" fmla="*/ 635189 w 1014174"/>
              <a:gd name="connsiteY4" fmla="*/ 267812 h 1227849"/>
              <a:gd name="connsiteX5" fmla="*/ 0 w 1014174"/>
              <a:gd name="connsiteY5" fmla="*/ 267812 h 1227849"/>
              <a:gd name="connsiteX6" fmla="*/ 0 w 1014174"/>
              <a:gd name="connsiteY6" fmla="*/ 0 h 1227849"/>
              <a:gd name="connsiteX7" fmla="*/ 757908 w 1014174"/>
              <a:gd name="connsiteY7" fmla="*/ 0 h 1227849"/>
              <a:gd name="connsiteX8" fmla="*/ 1014174 w 1014174"/>
              <a:gd name="connsiteY8" fmla="*/ 256266 h 12278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14174" h="1227849">
                <a:moveTo>
                  <a:pt x="1014174" y="1227849"/>
                </a:moveTo>
                <a:lnTo>
                  <a:pt x="668313" y="1227849"/>
                </a:lnTo>
                <a:lnTo>
                  <a:pt x="760365" y="1142089"/>
                </a:lnTo>
                <a:lnTo>
                  <a:pt x="760365" y="384431"/>
                </a:lnTo>
                <a:lnTo>
                  <a:pt x="635189" y="267812"/>
                </a:lnTo>
                <a:lnTo>
                  <a:pt x="0" y="267812"/>
                </a:lnTo>
                <a:lnTo>
                  <a:pt x="0" y="0"/>
                </a:lnTo>
                <a:lnTo>
                  <a:pt x="757908" y="0"/>
                </a:lnTo>
                <a:lnTo>
                  <a:pt x="1014174" y="256266"/>
                </a:lnTo>
                <a:close/>
              </a:path>
            </a:pathLst>
          </a:custGeom>
          <a:solidFill>
            <a:srgbClr val="C8A6A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PH"/>
          </a:p>
        </p:txBody>
      </p:sp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65F2FC11-F63C-B286-32C3-1856C27B597A}"/>
              </a:ext>
            </a:extLst>
          </p:cNvPr>
          <p:cNvSpPr/>
          <p:nvPr/>
        </p:nvSpPr>
        <p:spPr>
          <a:xfrm flipH="1" flipV="1">
            <a:off x="7175268" y="2662762"/>
            <a:ext cx="3746334" cy="254504"/>
          </a:xfrm>
          <a:custGeom>
            <a:avLst/>
            <a:gdLst>
              <a:gd name="connsiteX0" fmla="*/ 3295494 w 3746334"/>
              <a:gd name="connsiteY0" fmla="*/ 254504 h 254504"/>
              <a:gd name="connsiteX1" fmla="*/ 2534869 w 3746334"/>
              <a:gd name="connsiteY1" fmla="*/ 254504 h 254504"/>
              <a:gd name="connsiteX2" fmla="*/ 2534869 w 3746334"/>
              <a:gd name="connsiteY2" fmla="*/ 253197 h 254504"/>
              <a:gd name="connsiteX3" fmla="*/ 2027418 w 3746334"/>
              <a:gd name="connsiteY3" fmla="*/ 253197 h 254504"/>
              <a:gd name="connsiteX4" fmla="*/ 2027418 w 3746334"/>
              <a:gd name="connsiteY4" fmla="*/ 254504 h 254504"/>
              <a:gd name="connsiteX5" fmla="*/ 1266792 w 3746334"/>
              <a:gd name="connsiteY5" fmla="*/ 254504 h 254504"/>
              <a:gd name="connsiteX6" fmla="*/ 1266792 w 3746334"/>
              <a:gd name="connsiteY6" fmla="*/ 253196 h 254504"/>
              <a:gd name="connsiteX7" fmla="*/ 760626 w 3746334"/>
              <a:gd name="connsiteY7" fmla="*/ 253196 h 254504"/>
              <a:gd name="connsiteX8" fmla="*/ 760626 w 3746334"/>
              <a:gd name="connsiteY8" fmla="*/ 253542 h 254504"/>
              <a:gd name="connsiteX9" fmla="*/ 248662 w 3746334"/>
              <a:gd name="connsiteY9" fmla="*/ 253542 h 254504"/>
              <a:gd name="connsiteX10" fmla="*/ 0 w 3746334"/>
              <a:gd name="connsiteY10" fmla="*/ 4880 h 254504"/>
              <a:gd name="connsiteX11" fmla="*/ 0 w 3746334"/>
              <a:gd name="connsiteY11" fmla="*/ 0 h 254504"/>
              <a:gd name="connsiteX12" fmla="*/ 230143 w 3746334"/>
              <a:gd name="connsiteY12" fmla="*/ 0 h 254504"/>
              <a:gd name="connsiteX13" fmla="*/ 230143 w 3746334"/>
              <a:gd name="connsiteY13" fmla="*/ 23170 h 254504"/>
              <a:gd name="connsiteX14" fmla="*/ 3516307 w 3746334"/>
              <a:gd name="connsiteY14" fmla="*/ 23170 h 254504"/>
              <a:gd name="connsiteX15" fmla="*/ 3746334 w 3746334"/>
              <a:gd name="connsiteY15" fmla="*/ 253197 h 254504"/>
              <a:gd name="connsiteX16" fmla="*/ 3295494 w 3746334"/>
              <a:gd name="connsiteY16" fmla="*/ 253197 h 2545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746334" h="254504">
                <a:moveTo>
                  <a:pt x="3295494" y="254504"/>
                </a:moveTo>
                <a:lnTo>
                  <a:pt x="2534869" y="254504"/>
                </a:lnTo>
                <a:lnTo>
                  <a:pt x="2534869" y="253197"/>
                </a:lnTo>
                <a:lnTo>
                  <a:pt x="2027418" y="253197"/>
                </a:lnTo>
                <a:lnTo>
                  <a:pt x="2027418" y="254504"/>
                </a:lnTo>
                <a:lnTo>
                  <a:pt x="1266792" y="254504"/>
                </a:lnTo>
                <a:lnTo>
                  <a:pt x="1266792" y="253196"/>
                </a:lnTo>
                <a:lnTo>
                  <a:pt x="760626" y="253196"/>
                </a:lnTo>
                <a:lnTo>
                  <a:pt x="760626" y="253542"/>
                </a:lnTo>
                <a:lnTo>
                  <a:pt x="248662" y="253542"/>
                </a:lnTo>
                <a:lnTo>
                  <a:pt x="0" y="4880"/>
                </a:lnTo>
                <a:lnTo>
                  <a:pt x="0" y="0"/>
                </a:lnTo>
                <a:lnTo>
                  <a:pt x="230143" y="0"/>
                </a:lnTo>
                <a:lnTo>
                  <a:pt x="230143" y="23170"/>
                </a:lnTo>
                <a:lnTo>
                  <a:pt x="3516307" y="23170"/>
                </a:lnTo>
                <a:lnTo>
                  <a:pt x="3746334" y="253197"/>
                </a:lnTo>
                <a:lnTo>
                  <a:pt x="3295494" y="25319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PH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5182F0DF-F2DF-583B-DD51-E3703F2E9D79}"/>
              </a:ext>
            </a:extLst>
          </p:cNvPr>
          <p:cNvSpPr/>
          <p:nvPr/>
        </p:nvSpPr>
        <p:spPr>
          <a:xfrm>
            <a:off x="1469231" y="3862388"/>
            <a:ext cx="3038475" cy="1809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1B7F1AF-46C9-4AFB-F95A-423372AFF363}"/>
              </a:ext>
            </a:extLst>
          </p:cNvPr>
          <p:cNvSpPr/>
          <p:nvPr/>
        </p:nvSpPr>
        <p:spPr>
          <a:xfrm>
            <a:off x="1515785" y="2808668"/>
            <a:ext cx="3038475" cy="1809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8684068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19125E5C-2693-0DD1-5B92-B58CDD3A0C33}"/>
              </a:ext>
            </a:extLst>
          </p:cNvPr>
          <p:cNvSpPr/>
          <p:nvPr/>
        </p:nvSpPr>
        <p:spPr>
          <a:xfrm>
            <a:off x="5344753" y="2927349"/>
            <a:ext cx="1014174" cy="1259290"/>
          </a:xfrm>
          <a:custGeom>
            <a:avLst/>
            <a:gdLst>
              <a:gd name="connsiteX0" fmla="*/ 643939 w 1014174"/>
              <a:gd name="connsiteY0" fmla="*/ 0 h 1259290"/>
              <a:gd name="connsiteX1" fmla="*/ 1014174 w 1014174"/>
              <a:gd name="connsiteY1" fmla="*/ 0 h 1259290"/>
              <a:gd name="connsiteX2" fmla="*/ 1014174 w 1014174"/>
              <a:gd name="connsiteY2" fmla="*/ 239547 h 1259290"/>
              <a:gd name="connsiteX3" fmla="*/ 760953 w 1014174"/>
              <a:gd name="connsiteY3" fmla="*/ 492768 h 1259290"/>
              <a:gd name="connsiteX4" fmla="*/ 443608 w 1014174"/>
              <a:gd name="connsiteY4" fmla="*/ 492768 h 1259290"/>
              <a:gd name="connsiteX5" fmla="*/ 1014174 w 1014174"/>
              <a:gd name="connsiteY5" fmla="*/ 1063333 h 1259290"/>
              <a:gd name="connsiteX6" fmla="*/ 1014174 w 1014174"/>
              <a:gd name="connsiteY6" fmla="*/ 1259290 h 1259290"/>
              <a:gd name="connsiteX7" fmla="*/ 760590 w 1014174"/>
              <a:gd name="connsiteY7" fmla="*/ 1259290 h 1259290"/>
              <a:gd name="connsiteX8" fmla="*/ 253522 w 1014174"/>
              <a:gd name="connsiteY8" fmla="*/ 752222 h 1259290"/>
              <a:gd name="connsiteX9" fmla="*/ 253522 w 1014174"/>
              <a:gd name="connsiteY9" fmla="*/ 748872 h 1259290"/>
              <a:gd name="connsiteX10" fmla="*/ 0 w 1014174"/>
              <a:gd name="connsiteY10" fmla="*/ 495350 h 1259290"/>
              <a:gd name="connsiteX11" fmla="*/ 0 w 1014174"/>
              <a:gd name="connsiteY11" fmla="*/ 493998 h 1259290"/>
              <a:gd name="connsiteX12" fmla="*/ 2215 w 1014174"/>
              <a:gd name="connsiteY12" fmla="*/ 493998 h 1259290"/>
              <a:gd name="connsiteX13" fmla="*/ 255139 w 1014174"/>
              <a:gd name="connsiteY13" fmla="*/ 241074 h 1259290"/>
              <a:gd name="connsiteX14" fmla="*/ 634023 w 1014174"/>
              <a:gd name="connsiteY14" fmla="*/ 241074 h 1259290"/>
              <a:gd name="connsiteX15" fmla="*/ 759518 w 1014174"/>
              <a:gd name="connsiteY15" fmla="*/ 115579 h 12592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014174" h="1259290">
                <a:moveTo>
                  <a:pt x="643939" y="0"/>
                </a:moveTo>
                <a:lnTo>
                  <a:pt x="1014174" y="0"/>
                </a:lnTo>
                <a:lnTo>
                  <a:pt x="1014174" y="239547"/>
                </a:lnTo>
                <a:lnTo>
                  <a:pt x="760953" y="492768"/>
                </a:lnTo>
                <a:lnTo>
                  <a:pt x="443608" y="492768"/>
                </a:lnTo>
                <a:lnTo>
                  <a:pt x="1014174" y="1063333"/>
                </a:lnTo>
                <a:lnTo>
                  <a:pt x="1014174" y="1259290"/>
                </a:lnTo>
                <a:lnTo>
                  <a:pt x="760590" y="1259290"/>
                </a:lnTo>
                <a:lnTo>
                  <a:pt x="253522" y="752222"/>
                </a:lnTo>
                <a:lnTo>
                  <a:pt x="253522" y="748872"/>
                </a:lnTo>
                <a:lnTo>
                  <a:pt x="0" y="495350"/>
                </a:lnTo>
                <a:lnTo>
                  <a:pt x="0" y="493998"/>
                </a:lnTo>
                <a:lnTo>
                  <a:pt x="2215" y="493998"/>
                </a:lnTo>
                <a:lnTo>
                  <a:pt x="255139" y="241074"/>
                </a:lnTo>
                <a:lnTo>
                  <a:pt x="634023" y="241074"/>
                </a:lnTo>
                <a:lnTo>
                  <a:pt x="759518" y="11557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PH"/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511F4600-3A38-F7FC-3E77-6DAECDC57996}"/>
              </a:ext>
            </a:extLst>
          </p:cNvPr>
          <p:cNvSpPr/>
          <p:nvPr/>
        </p:nvSpPr>
        <p:spPr>
          <a:xfrm flipH="1" flipV="1">
            <a:off x="8131040" y="2975510"/>
            <a:ext cx="1014174" cy="1209820"/>
          </a:xfrm>
          <a:custGeom>
            <a:avLst/>
            <a:gdLst>
              <a:gd name="connsiteX0" fmla="*/ 1014174 w 1014174"/>
              <a:gd name="connsiteY0" fmla="*/ 838284 h 1209820"/>
              <a:gd name="connsiteX1" fmla="*/ 760499 w 1014174"/>
              <a:gd name="connsiteY1" fmla="*/ 584609 h 1209820"/>
              <a:gd name="connsiteX2" fmla="*/ 760499 w 1014174"/>
              <a:gd name="connsiteY2" fmla="*/ 383039 h 1209820"/>
              <a:gd name="connsiteX3" fmla="*/ 633756 w 1014174"/>
              <a:gd name="connsiteY3" fmla="*/ 256296 h 1209820"/>
              <a:gd name="connsiteX4" fmla="*/ 561657 w 1014174"/>
              <a:gd name="connsiteY4" fmla="*/ 256296 h 1209820"/>
              <a:gd name="connsiteX5" fmla="*/ 561657 w 1014174"/>
              <a:gd name="connsiteY5" fmla="*/ 256296 h 1209820"/>
              <a:gd name="connsiteX6" fmla="*/ 0 w 1014174"/>
              <a:gd name="connsiteY6" fmla="*/ 256296 h 1209820"/>
              <a:gd name="connsiteX7" fmla="*/ 0 w 1014174"/>
              <a:gd name="connsiteY7" fmla="*/ 0 h 1209820"/>
              <a:gd name="connsiteX8" fmla="*/ 755811 w 1014174"/>
              <a:gd name="connsiteY8" fmla="*/ 0 h 1209820"/>
              <a:gd name="connsiteX9" fmla="*/ 1014174 w 1014174"/>
              <a:gd name="connsiteY9" fmla="*/ 258364 h 1209820"/>
              <a:gd name="connsiteX10" fmla="*/ 1014174 w 1014174"/>
              <a:gd name="connsiteY10" fmla="*/ 1209820 h 1209820"/>
              <a:gd name="connsiteX11" fmla="*/ 760499 w 1014174"/>
              <a:gd name="connsiteY11" fmla="*/ 1209820 h 1209820"/>
              <a:gd name="connsiteX12" fmla="*/ 760499 w 1014174"/>
              <a:gd name="connsiteY12" fmla="*/ 1017867 h 1209820"/>
              <a:gd name="connsiteX13" fmla="*/ 628718 w 1014174"/>
              <a:gd name="connsiteY13" fmla="*/ 886087 h 1209820"/>
              <a:gd name="connsiteX14" fmla="*/ 561656 w 1014174"/>
              <a:gd name="connsiteY14" fmla="*/ 886087 h 1209820"/>
              <a:gd name="connsiteX15" fmla="*/ 561656 w 1014174"/>
              <a:gd name="connsiteY15" fmla="*/ 886087 h 1209820"/>
              <a:gd name="connsiteX16" fmla="*/ 0 w 1014174"/>
              <a:gd name="connsiteY16" fmla="*/ 886087 h 1209820"/>
              <a:gd name="connsiteX17" fmla="*/ 0 w 1014174"/>
              <a:gd name="connsiteY17" fmla="*/ 621028 h 1209820"/>
              <a:gd name="connsiteX18" fmla="*/ 134 w 1014174"/>
              <a:gd name="connsiteY18" fmla="*/ 621028 h 1209820"/>
              <a:gd name="connsiteX19" fmla="*/ 134 w 1014174"/>
              <a:gd name="connsiteY19" fmla="*/ 621029 h 1209820"/>
              <a:gd name="connsiteX20" fmla="*/ 745459 w 1014174"/>
              <a:gd name="connsiteY20" fmla="*/ 621029 h 1209820"/>
              <a:gd name="connsiteX21" fmla="*/ 1014174 w 1014174"/>
              <a:gd name="connsiteY21" fmla="*/ 889744 h 12098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1014174" h="1209820">
                <a:moveTo>
                  <a:pt x="1014174" y="838284"/>
                </a:moveTo>
                <a:lnTo>
                  <a:pt x="760499" y="584609"/>
                </a:lnTo>
                <a:lnTo>
                  <a:pt x="760499" y="383039"/>
                </a:lnTo>
                <a:lnTo>
                  <a:pt x="633756" y="256296"/>
                </a:lnTo>
                <a:lnTo>
                  <a:pt x="561657" y="256296"/>
                </a:lnTo>
                <a:lnTo>
                  <a:pt x="561657" y="256296"/>
                </a:lnTo>
                <a:lnTo>
                  <a:pt x="0" y="256296"/>
                </a:lnTo>
                <a:lnTo>
                  <a:pt x="0" y="0"/>
                </a:lnTo>
                <a:lnTo>
                  <a:pt x="755811" y="0"/>
                </a:lnTo>
                <a:lnTo>
                  <a:pt x="1014174" y="258364"/>
                </a:lnTo>
                <a:close/>
                <a:moveTo>
                  <a:pt x="1014174" y="1209820"/>
                </a:moveTo>
                <a:lnTo>
                  <a:pt x="760499" y="1209820"/>
                </a:lnTo>
                <a:lnTo>
                  <a:pt x="760499" y="1017867"/>
                </a:lnTo>
                <a:lnTo>
                  <a:pt x="628718" y="886087"/>
                </a:lnTo>
                <a:lnTo>
                  <a:pt x="561656" y="886087"/>
                </a:lnTo>
                <a:lnTo>
                  <a:pt x="561656" y="886087"/>
                </a:lnTo>
                <a:lnTo>
                  <a:pt x="0" y="886087"/>
                </a:lnTo>
                <a:lnTo>
                  <a:pt x="0" y="621028"/>
                </a:lnTo>
                <a:lnTo>
                  <a:pt x="134" y="621028"/>
                </a:lnTo>
                <a:lnTo>
                  <a:pt x="134" y="621029"/>
                </a:lnTo>
                <a:lnTo>
                  <a:pt x="745459" y="621029"/>
                </a:lnTo>
                <a:lnTo>
                  <a:pt x="1014174" y="889744"/>
                </a:lnTo>
                <a:close/>
              </a:path>
            </a:pathLst>
          </a:custGeom>
          <a:solidFill>
            <a:srgbClr val="C8A6A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PH"/>
          </a:p>
        </p:txBody>
      </p:sp>
      <p:sp>
        <p:nvSpPr>
          <p:cNvPr id="59" name="Freeform: Shape 58">
            <a:extLst>
              <a:ext uri="{FF2B5EF4-FFF2-40B4-BE49-F238E27FC236}">
                <a16:creationId xmlns:a16="http://schemas.microsoft.com/office/drawing/2014/main" id="{6FE1EB40-CF0E-397D-33A4-20A8700EE2CF}"/>
              </a:ext>
            </a:extLst>
          </p:cNvPr>
          <p:cNvSpPr/>
          <p:nvPr/>
        </p:nvSpPr>
        <p:spPr>
          <a:xfrm>
            <a:off x="1541633" y="2665385"/>
            <a:ext cx="1014174" cy="1521261"/>
          </a:xfrm>
          <a:custGeom>
            <a:avLst/>
            <a:gdLst>
              <a:gd name="connsiteX0" fmla="*/ 870891 w 1014174"/>
              <a:gd name="connsiteY0" fmla="*/ 1377978 h 1521261"/>
              <a:gd name="connsiteX1" fmla="*/ 1014174 w 1014174"/>
              <a:gd name="connsiteY1" fmla="*/ 1377978 h 1521261"/>
              <a:gd name="connsiteX2" fmla="*/ 1014174 w 1014174"/>
              <a:gd name="connsiteY2" fmla="*/ 1521261 h 1521261"/>
              <a:gd name="connsiteX3" fmla="*/ 0 w 1014174"/>
              <a:gd name="connsiteY3" fmla="*/ 1377978 h 1521261"/>
              <a:gd name="connsiteX4" fmla="*/ 143283 w 1014174"/>
              <a:gd name="connsiteY4" fmla="*/ 1377978 h 1521261"/>
              <a:gd name="connsiteX5" fmla="*/ 0 w 1014174"/>
              <a:gd name="connsiteY5" fmla="*/ 1521261 h 1521261"/>
              <a:gd name="connsiteX6" fmla="*/ 760631 w 1014174"/>
              <a:gd name="connsiteY6" fmla="*/ 887402 h 1521261"/>
              <a:gd name="connsiteX7" fmla="*/ 1014174 w 1014174"/>
              <a:gd name="connsiteY7" fmla="*/ 887402 h 1521261"/>
              <a:gd name="connsiteX8" fmla="*/ 1014174 w 1014174"/>
              <a:gd name="connsiteY8" fmla="*/ 1197003 h 1521261"/>
              <a:gd name="connsiteX9" fmla="*/ 760631 w 1014174"/>
              <a:gd name="connsiteY9" fmla="*/ 1197003 h 1521261"/>
              <a:gd name="connsiteX10" fmla="*/ 0 w 1014174"/>
              <a:gd name="connsiteY10" fmla="*/ 887402 h 1521261"/>
              <a:gd name="connsiteX11" fmla="*/ 253544 w 1014174"/>
              <a:gd name="connsiteY11" fmla="*/ 887402 h 1521261"/>
              <a:gd name="connsiteX12" fmla="*/ 253544 w 1014174"/>
              <a:gd name="connsiteY12" fmla="*/ 1197003 h 1521261"/>
              <a:gd name="connsiteX13" fmla="*/ 0 w 1014174"/>
              <a:gd name="connsiteY13" fmla="*/ 1197003 h 1521261"/>
              <a:gd name="connsiteX14" fmla="*/ 249290 w 1014174"/>
              <a:gd name="connsiteY14" fmla="*/ 0 h 1521261"/>
              <a:gd name="connsiteX15" fmla="*/ 760631 w 1014174"/>
              <a:gd name="connsiteY15" fmla="*/ 0 h 1521261"/>
              <a:gd name="connsiteX16" fmla="*/ 1014174 w 1014174"/>
              <a:gd name="connsiteY16" fmla="*/ 253544 h 1521261"/>
              <a:gd name="connsiteX17" fmla="*/ 1014174 w 1014174"/>
              <a:gd name="connsiteY17" fmla="*/ 633859 h 1521261"/>
              <a:gd name="connsiteX18" fmla="*/ 760631 w 1014174"/>
              <a:gd name="connsiteY18" fmla="*/ 633859 h 1521261"/>
              <a:gd name="connsiteX19" fmla="*/ 760631 w 1014174"/>
              <a:gd name="connsiteY19" fmla="*/ 380324 h 1521261"/>
              <a:gd name="connsiteX20" fmla="*/ 633850 w 1014174"/>
              <a:gd name="connsiteY20" fmla="*/ 253544 h 1521261"/>
              <a:gd name="connsiteX21" fmla="*/ 380313 w 1014174"/>
              <a:gd name="connsiteY21" fmla="*/ 253544 h 1521261"/>
              <a:gd name="connsiteX22" fmla="*/ 253544 w 1014174"/>
              <a:gd name="connsiteY22" fmla="*/ 380312 h 1521261"/>
              <a:gd name="connsiteX23" fmla="*/ 253544 w 1014174"/>
              <a:gd name="connsiteY23" fmla="*/ 633859 h 1521261"/>
              <a:gd name="connsiteX24" fmla="*/ 0 w 1014174"/>
              <a:gd name="connsiteY24" fmla="*/ 633859 h 1521261"/>
              <a:gd name="connsiteX25" fmla="*/ 0 w 1014174"/>
              <a:gd name="connsiteY25" fmla="*/ 249290 h 15212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1014174" h="1521261">
                <a:moveTo>
                  <a:pt x="870891" y="1377978"/>
                </a:moveTo>
                <a:lnTo>
                  <a:pt x="1014174" y="1377978"/>
                </a:lnTo>
                <a:lnTo>
                  <a:pt x="1014174" y="1521261"/>
                </a:lnTo>
                <a:close/>
                <a:moveTo>
                  <a:pt x="0" y="1377978"/>
                </a:moveTo>
                <a:lnTo>
                  <a:pt x="143283" y="1377978"/>
                </a:lnTo>
                <a:lnTo>
                  <a:pt x="0" y="1521261"/>
                </a:lnTo>
                <a:close/>
                <a:moveTo>
                  <a:pt x="760631" y="887402"/>
                </a:moveTo>
                <a:lnTo>
                  <a:pt x="1014174" y="887402"/>
                </a:lnTo>
                <a:lnTo>
                  <a:pt x="1014174" y="1197003"/>
                </a:lnTo>
                <a:lnTo>
                  <a:pt x="760631" y="1197003"/>
                </a:lnTo>
                <a:close/>
                <a:moveTo>
                  <a:pt x="0" y="887402"/>
                </a:moveTo>
                <a:lnTo>
                  <a:pt x="253544" y="887402"/>
                </a:lnTo>
                <a:lnTo>
                  <a:pt x="253544" y="1197003"/>
                </a:lnTo>
                <a:lnTo>
                  <a:pt x="0" y="1197003"/>
                </a:lnTo>
                <a:close/>
                <a:moveTo>
                  <a:pt x="249290" y="0"/>
                </a:moveTo>
                <a:lnTo>
                  <a:pt x="760631" y="0"/>
                </a:lnTo>
                <a:lnTo>
                  <a:pt x="1014174" y="253544"/>
                </a:lnTo>
                <a:lnTo>
                  <a:pt x="1014174" y="633859"/>
                </a:lnTo>
                <a:lnTo>
                  <a:pt x="760631" y="633859"/>
                </a:lnTo>
                <a:lnTo>
                  <a:pt x="760631" y="380324"/>
                </a:lnTo>
                <a:lnTo>
                  <a:pt x="633850" y="253544"/>
                </a:lnTo>
                <a:lnTo>
                  <a:pt x="380313" y="253544"/>
                </a:lnTo>
                <a:lnTo>
                  <a:pt x="253544" y="380312"/>
                </a:lnTo>
                <a:lnTo>
                  <a:pt x="253544" y="633859"/>
                </a:lnTo>
                <a:lnTo>
                  <a:pt x="0" y="633859"/>
                </a:lnTo>
                <a:lnTo>
                  <a:pt x="0" y="249290"/>
                </a:lnTo>
                <a:close/>
              </a:path>
            </a:pathLst>
          </a:custGeom>
          <a:solidFill>
            <a:srgbClr val="C8A6A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PH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3F2CA919-631D-439F-A0BE-79B506EC5D1A}"/>
              </a:ext>
            </a:extLst>
          </p:cNvPr>
          <p:cNvSpPr/>
          <p:nvPr/>
        </p:nvSpPr>
        <p:spPr>
          <a:xfrm>
            <a:off x="781002" y="2665385"/>
            <a:ext cx="1014174" cy="1521261"/>
          </a:xfrm>
          <a:custGeom>
            <a:avLst/>
            <a:gdLst>
              <a:gd name="connsiteX0" fmla="*/ 360000 w 1440000"/>
              <a:gd name="connsiteY0" fmla="*/ 1227709 h 2160000"/>
              <a:gd name="connsiteX1" fmla="*/ 360000 w 1440000"/>
              <a:gd name="connsiteY1" fmla="*/ 1620004 h 2160000"/>
              <a:gd name="connsiteX2" fmla="*/ 539996 w 1440000"/>
              <a:gd name="connsiteY2" fmla="*/ 1800000 h 2160000"/>
              <a:gd name="connsiteX3" fmla="*/ 1440000 w 1440000"/>
              <a:gd name="connsiteY3" fmla="*/ 1800000 h 2160000"/>
              <a:gd name="connsiteX4" fmla="*/ 1080000 w 1440000"/>
              <a:gd name="connsiteY4" fmla="*/ 2160000 h 2160000"/>
              <a:gd name="connsiteX5" fmla="*/ 360000 w 1440000"/>
              <a:gd name="connsiteY5" fmla="*/ 2160000 h 2160000"/>
              <a:gd name="connsiteX6" fmla="*/ 0 w 1440000"/>
              <a:gd name="connsiteY6" fmla="*/ 1800000 h 2160000"/>
              <a:gd name="connsiteX7" fmla="*/ 0 w 1440000"/>
              <a:gd name="connsiteY7" fmla="*/ 1230235 h 2160000"/>
              <a:gd name="connsiteX8" fmla="*/ 17796 w 1440000"/>
              <a:gd name="connsiteY8" fmla="*/ 1236164 h 2160000"/>
              <a:gd name="connsiteX9" fmla="*/ 176209 w 1440000"/>
              <a:gd name="connsiteY9" fmla="*/ 1711643 h 2160000"/>
              <a:gd name="connsiteX10" fmla="*/ 334622 w 1440000"/>
              <a:gd name="connsiteY10" fmla="*/ 1236164 h 2160000"/>
              <a:gd name="connsiteX11" fmla="*/ 360000 w 1440000"/>
              <a:gd name="connsiteY11" fmla="*/ 0 h 2160000"/>
              <a:gd name="connsiteX12" fmla="*/ 360000 w 1440000"/>
              <a:gd name="connsiteY12" fmla="*/ 927793 h 2160000"/>
              <a:gd name="connsiteX13" fmla="*/ 334622 w 1440000"/>
              <a:gd name="connsiteY13" fmla="*/ 919338 h 2160000"/>
              <a:gd name="connsiteX14" fmla="*/ 176209 w 1440000"/>
              <a:gd name="connsiteY14" fmla="*/ 443859 h 2160000"/>
              <a:gd name="connsiteX15" fmla="*/ 17796 w 1440000"/>
              <a:gd name="connsiteY15" fmla="*/ 919338 h 2160000"/>
              <a:gd name="connsiteX16" fmla="*/ 0 w 1440000"/>
              <a:gd name="connsiteY16" fmla="*/ 925267 h 2160000"/>
              <a:gd name="connsiteX17" fmla="*/ 0 w 1440000"/>
              <a:gd name="connsiteY17" fmla="*/ 360000 h 216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440000" h="2160000">
                <a:moveTo>
                  <a:pt x="360000" y="1227709"/>
                </a:moveTo>
                <a:lnTo>
                  <a:pt x="360000" y="1620004"/>
                </a:lnTo>
                <a:lnTo>
                  <a:pt x="539996" y="1800000"/>
                </a:lnTo>
                <a:lnTo>
                  <a:pt x="1440000" y="1800000"/>
                </a:lnTo>
                <a:lnTo>
                  <a:pt x="1080000" y="2160000"/>
                </a:lnTo>
                <a:lnTo>
                  <a:pt x="360000" y="2160000"/>
                </a:lnTo>
                <a:lnTo>
                  <a:pt x="0" y="1800000"/>
                </a:lnTo>
                <a:lnTo>
                  <a:pt x="0" y="1230235"/>
                </a:lnTo>
                <a:lnTo>
                  <a:pt x="17796" y="1236164"/>
                </a:lnTo>
                <a:lnTo>
                  <a:pt x="176209" y="1711643"/>
                </a:lnTo>
                <a:lnTo>
                  <a:pt x="334622" y="1236164"/>
                </a:lnTo>
                <a:close/>
                <a:moveTo>
                  <a:pt x="360000" y="0"/>
                </a:moveTo>
                <a:lnTo>
                  <a:pt x="360000" y="927793"/>
                </a:lnTo>
                <a:lnTo>
                  <a:pt x="334622" y="919338"/>
                </a:lnTo>
                <a:lnTo>
                  <a:pt x="176209" y="443859"/>
                </a:lnTo>
                <a:lnTo>
                  <a:pt x="17796" y="919338"/>
                </a:lnTo>
                <a:lnTo>
                  <a:pt x="0" y="925267"/>
                </a:lnTo>
                <a:lnTo>
                  <a:pt x="0" y="360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PH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F24E765-9912-A349-C8AD-A1BB204B5D5F}"/>
              </a:ext>
            </a:extLst>
          </p:cNvPr>
          <p:cNvSpPr/>
          <p:nvPr/>
        </p:nvSpPr>
        <p:spPr>
          <a:xfrm>
            <a:off x="642005" y="3640682"/>
            <a:ext cx="250445" cy="545611"/>
          </a:xfrm>
          <a:custGeom>
            <a:avLst/>
            <a:gdLst>
              <a:gd name="connsiteX0" fmla="*/ 355600 w 355600"/>
              <a:gd name="connsiteY0" fmla="*/ 774700 h 774700"/>
              <a:gd name="connsiteX1" fmla="*/ 0 w 355600"/>
              <a:gd name="connsiteY1" fmla="*/ 419100 h 774700"/>
              <a:gd name="connsiteX2" fmla="*/ 0 w 355600"/>
              <a:gd name="connsiteY2" fmla="*/ 0 h 774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55600" h="774700">
                <a:moveTo>
                  <a:pt x="355600" y="774700"/>
                </a:moveTo>
                <a:lnTo>
                  <a:pt x="0" y="419100"/>
                </a:lnTo>
                <a:lnTo>
                  <a:pt x="0" y="0"/>
                </a:ln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D21CF7B8-2206-C75B-5DA4-0ABC8E8730C6}"/>
              </a:ext>
            </a:extLst>
          </p:cNvPr>
          <p:cNvSpPr/>
          <p:nvPr/>
        </p:nvSpPr>
        <p:spPr>
          <a:xfrm>
            <a:off x="543617" y="3819571"/>
            <a:ext cx="232556" cy="375667"/>
          </a:xfrm>
          <a:custGeom>
            <a:avLst/>
            <a:gdLst>
              <a:gd name="connsiteX0" fmla="*/ 330200 w 330200"/>
              <a:gd name="connsiteY0" fmla="*/ 533400 h 533400"/>
              <a:gd name="connsiteX1" fmla="*/ 0 w 330200"/>
              <a:gd name="connsiteY1" fmla="*/ 203200 h 533400"/>
              <a:gd name="connsiteX2" fmla="*/ 0 w 330200"/>
              <a:gd name="connsiteY2" fmla="*/ 0 h 53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30200" h="533400">
                <a:moveTo>
                  <a:pt x="330200" y="533400"/>
                </a:moveTo>
                <a:lnTo>
                  <a:pt x="0" y="203200"/>
                </a:lnTo>
                <a:lnTo>
                  <a:pt x="0" y="0"/>
                </a:ln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6E85EED-1E03-FCBA-0DB7-1E6D4F10D231}"/>
              </a:ext>
            </a:extLst>
          </p:cNvPr>
          <p:cNvSpPr/>
          <p:nvPr/>
        </p:nvSpPr>
        <p:spPr>
          <a:xfrm>
            <a:off x="603987" y="3564302"/>
            <a:ext cx="76028" cy="76028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C4A9791-4AA5-9273-378C-9E4013FBF279}"/>
              </a:ext>
            </a:extLst>
          </p:cNvPr>
          <p:cNvSpPr/>
          <p:nvPr/>
        </p:nvSpPr>
        <p:spPr>
          <a:xfrm>
            <a:off x="508955" y="3742945"/>
            <a:ext cx="76028" cy="76028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9E5E41DF-BB69-1A99-0315-C884F142CDBD}"/>
              </a:ext>
            </a:extLst>
          </p:cNvPr>
          <p:cNvSpPr/>
          <p:nvPr/>
        </p:nvSpPr>
        <p:spPr>
          <a:xfrm>
            <a:off x="586305" y="3114078"/>
            <a:ext cx="4640539" cy="623875"/>
          </a:xfrm>
          <a:custGeom>
            <a:avLst/>
            <a:gdLst>
              <a:gd name="connsiteX0" fmla="*/ 4540762 w 4640539"/>
              <a:gd name="connsiteY0" fmla="*/ 278578 h 623875"/>
              <a:gd name="connsiteX1" fmla="*/ 4592566 w 4640539"/>
              <a:gd name="connsiteY1" fmla="*/ 278578 h 623875"/>
              <a:gd name="connsiteX2" fmla="*/ 4640539 w 4640539"/>
              <a:gd name="connsiteY2" fmla="*/ 307778 h 623875"/>
              <a:gd name="connsiteX3" fmla="*/ 4598311 w 4640539"/>
              <a:gd name="connsiteY3" fmla="*/ 341964 h 623875"/>
              <a:gd name="connsiteX4" fmla="*/ 4540762 w 4640539"/>
              <a:gd name="connsiteY4" fmla="*/ 341964 h 623875"/>
              <a:gd name="connsiteX5" fmla="*/ 311937 w 4640539"/>
              <a:gd name="connsiteY5" fmla="*/ 0 h 623875"/>
              <a:gd name="connsiteX6" fmla="*/ 381167 w 4640539"/>
              <a:gd name="connsiteY6" fmla="*/ 242708 h 623875"/>
              <a:gd name="connsiteX7" fmla="*/ 506919 w 4640539"/>
              <a:gd name="connsiteY7" fmla="*/ 278578 h 623875"/>
              <a:gd name="connsiteX8" fmla="*/ 4114947 w 4640539"/>
              <a:gd name="connsiteY8" fmla="*/ 278578 h 623875"/>
              <a:gd name="connsiteX9" fmla="*/ 4114947 w 4640539"/>
              <a:gd name="connsiteY9" fmla="*/ 341964 h 623875"/>
              <a:gd name="connsiteX10" fmla="*/ 518609 w 4640539"/>
              <a:gd name="connsiteY10" fmla="*/ 341964 h 623875"/>
              <a:gd name="connsiteX11" fmla="*/ 381167 w 4640539"/>
              <a:gd name="connsiteY11" fmla="*/ 381167 h 623875"/>
              <a:gd name="connsiteX12" fmla="*/ 311937 w 4640539"/>
              <a:gd name="connsiteY12" fmla="*/ 623875 h 623875"/>
              <a:gd name="connsiteX13" fmla="*/ 242708 w 4640539"/>
              <a:gd name="connsiteY13" fmla="*/ 381167 h 623875"/>
              <a:gd name="connsiteX14" fmla="*/ 0 w 4640539"/>
              <a:gd name="connsiteY14" fmla="*/ 311938 h 623875"/>
              <a:gd name="connsiteX15" fmla="*/ 242708 w 4640539"/>
              <a:gd name="connsiteY15" fmla="*/ 242708 h 623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640539" h="623875">
                <a:moveTo>
                  <a:pt x="4540762" y="278578"/>
                </a:moveTo>
                <a:lnTo>
                  <a:pt x="4592566" y="278578"/>
                </a:lnTo>
                <a:lnTo>
                  <a:pt x="4640539" y="307778"/>
                </a:lnTo>
                <a:lnTo>
                  <a:pt x="4598311" y="341964"/>
                </a:lnTo>
                <a:lnTo>
                  <a:pt x="4540762" y="341964"/>
                </a:lnTo>
                <a:close/>
                <a:moveTo>
                  <a:pt x="311937" y="0"/>
                </a:moveTo>
                <a:lnTo>
                  <a:pt x="381167" y="242708"/>
                </a:lnTo>
                <a:lnTo>
                  <a:pt x="506919" y="278578"/>
                </a:lnTo>
                <a:lnTo>
                  <a:pt x="4114947" y="278578"/>
                </a:lnTo>
                <a:lnTo>
                  <a:pt x="4114947" y="341964"/>
                </a:lnTo>
                <a:lnTo>
                  <a:pt x="518609" y="341964"/>
                </a:lnTo>
                <a:lnTo>
                  <a:pt x="381167" y="381167"/>
                </a:lnTo>
                <a:lnTo>
                  <a:pt x="311937" y="623875"/>
                </a:lnTo>
                <a:lnTo>
                  <a:pt x="242708" y="381167"/>
                </a:lnTo>
                <a:lnTo>
                  <a:pt x="0" y="311938"/>
                </a:lnTo>
                <a:lnTo>
                  <a:pt x="242708" y="24270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PH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6C359340-7D02-1825-394F-2392CB5408ED}"/>
              </a:ext>
            </a:extLst>
          </p:cNvPr>
          <p:cNvSpPr/>
          <p:nvPr/>
        </p:nvSpPr>
        <p:spPr>
          <a:xfrm flipH="1" flipV="1">
            <a:off x="6358919" y="2665378"/>
            <a:ext cx="1014174" cy="1521261"/>
          </a:xfrm>
          <a:custGeom>
            <a:avLst/>
            <a:gdLst>
              <a:gd name="connsiteX0" fmla="*/ 1080000 w 1440000"/>
              <a:gd name="connsiteY0" fmla="*/ 2160000 h 2160000"/>
              <a:gd name="connsiteX1" fmla="*/ 360000 w 1440000"/>
              <a:gd name="connsiteY1" fmla="*/ 2160000 h 2160000"/>
              <a:gd name="connsiteX2" fmla="*/ 0 w 1440000"/>
              <a:gd name="connsiteY2" fmla="*/ 1800000 h 2160000"/>
              <a:gd name="connsiteX3" fmla="*/ 0 w 1440000"/>
              <a:gd name="connsiteY3" fmla="*/ 360000 h 2160000"/>
              <a:gd name="connsiteX4" fmla="*/ 360000 w 1440000"/>
              <a:gd name="connsiteY4" fmla="*/ 0 h 2160000"/>
              <a:gd name="connsiteX5" fmla="*/ 360000 w 1440000"/>
              <a:gd name="connsiteY5" fmla="*/ 1616695 h 2160000"/>
              <a:gd name="connsiteX6" fmla="*/ 543305 w 1440000"/>
              <a:gd name="connsiteY6" fmla="*/ 1800000 h 2160000"/>
              <a:gd name="connsiteX7" fmla="*/ 1440000 w 1440000"/>
              <a:gd name="connsiteY7" fmla="*/ 1800000 h 216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440000" h="2160000">
                <a:moveTo>
                  <a:pt x="1080000" y="2160000"/>
                </a:moveTo>
                <a:lnTo>
                  <a:pt x="360000" y="2160000"/>
                </a:lnTo>
                <a:lnTo>
                  <a:pt x="0" y="1800000"/>
                </a:lnTo>
                <a:lnTo>
                  <a:pt x="0" y="360000"/>
                </a:lnTo>
                <a:lnTo>
                  <a:pt x="360000" y="0"/>
                </a:lnTo>
                <a:lnTo>
                  <a:pt x="360000" y="1616695"/>
                </a:lnTo>
                <a:lnTo>
                  <a:pt x="543305" y="1800000"/>
                </a:lnTo>
                <a:lnTo>
                  <a:pt x="1440000" y="1800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PH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7599097-CCCD-B5FF-2AF6-934CE647F286}"/>
              </a:ext>
            </a:extLst>
          </p:cNvPr>
          <p:cNvSpPr/>
          <p:nvPr/>
        </p:nvSpPr>
        <p:spPr>
          <a:xfrm flipH="1" flipV="1">
            <a:off x="10668871" y="2664070"/>
            <a:ext cx="1014174" cy="1521261"/>
          </a:xfrm>
          <a:custGeom>
            <a:avLst/>
            <a:gdLst>
              <a:gd name="connsiteX0" fmla="*/ 1440000 w 1440000"/>
              <a:gd name="connsiteY0" fmla="*/ 1212509 h 2160000"/>
              <a:gd name="connsiteX1" fmla="*/ 1080002 w 1440000"/>
              <a:gd name="connsiteY1" fmla="*/ 852511 h 2160000"/>
              <a:gd name="connsiteX2" fmla="*/ 1080002 w 1440000"/>
              <a:gd name="connsiteY2" fmla="*/ 0 h 2160000"/>
              <a:gd name="connsiteX3" fmla="*/ 1440000 w 1440000"/>
              <a:gd name="connsiteY3" fmla="*/ 0 h 2160000"/>
              <a:gd name="connsiteX4" fmla="*/ 0 w 1440000"/>
              <a:gd name="connsiteY4" fmla="*/ 1218478 h 2160000"/>
              <a:gd name="connsiteX5" fmla="*/ 0 w 1440000"/>
              <a:gd name="connsiteY5" fmla="*/ 0 h 2160000"/>
              <a:gd name="connsiteX6" fmla="*/ 360003 w 1440000"/>
              <a:gd name="connsiteY6" fmla="*/ 0 h 2160000"/>
              <a:gd name="connsiteX7" fmla="*/ 360003 w 1440000"/>
              <a:gd name="connsiteY7" fmla="*/ 858475 h 2160000"/>
              <a:gd name="connsiteX8" fmla="*/ 1440000 w 1440000"/>
              <a:gd name="connsiteY8" fmla="*/ 2160000 h 2160000"/>
              <a:gd name="connsiteX9" fmla="*/ 1433732 w 1440000"/>
              <a:gd name="connsiteY9" fmla="*/ 2160000 h 2160000"/>
              <a:gd name="connsiteX10" fmla="*/ 1081369 w 1440000"/>
              <a:gd name="connsiteY10" fmla="*/ 1807637 h 2160000"/>
              <a:gd name="connsiteX11" fmla="*/ 1081369 w 1440000"/>
              <a:gd name="connsiteY11" fmla="*/ 1465574 h 2160000"/>
              <a:gd name="connsiteX12" fmla="*/ 896985 w 1440000"/>
              <a:gd name="connsiteY12" fmla="*/ 1265993 h 2160000"/>
              <a:gd name="connsiteX13" fmla="*/ 528275 w 1440000"/>
              <a:gd name="connsiteY13" fmla="*/ 1265993 h 2160000"/>
              <a:gd name="connsiteX14" fmla="*/ 361370 w 1440000"/>
              <a:gd name="connsiteY14" fmla="*/ 1446655 h 2160000"/>
              <a:gd name="connsiteX15" fmla="*/ 361370 w 1440000"/>
              <a:gd name="connsiteY15" fmla="*/ 2160000 h 2160000"/>
              <a:gd name="connsiteX16" fmla="*/ 0 w 1440000"/>
              <a:gd name="connsiteY16" fmla="*/ 2160000 h 2160000"/>
              <a:gd name="connsiteX17" fmla="*/ 0 w 1440000"/>
              <a:gd name="connsiteY17" fmla="*/ 1275628 h 2160000"/>
              <a:gd name="connsiteX18" fmla="*/ 367825 w 1440000"/>
              <a:gd name="connsiteY18" fmla="*/ 907803 h 2160000"/>
              <a:gd name="connsiteX19" fmla="*/ 1078144 w 1440000"/>
              <a:gd name="connsiteY19" fmla="*/ 907803 h 2160000"/>
              <a:gd name="connsiteX20" fmla="*/ 1440000 w 1440000"/>
              <a:gd name="connsiteY20" fmla="*/ 1269659 h 216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1440000" h="2160000">
                <a:moveTo>
                  <a:pt x="1440000" y="1212509"/>
                </a:moveTo>
                <a:lnTo>
                  <a:pt x="1080002" y="852511"/>
                </a:lnTo>
                <a:lnTo>
                  <a:pt x="1080002" y="0"/>
                </a:lnTo>
                <a:lnTo>
                  <a:pt x="1440000" y="0"/>
                </a:lnTo>
                <a:close/>
                <a:moveTo>
                  <a:pt x="0" y="1218478"/>
                </a:moveTo>
                <a:lnTo>
                  <a:pt x="0" y="0"/>
                </a:lnTo>
                <a:lnTo>
                  <a:pt x="360003" y="0"/>
                </a:lnTo>
                <a:lnTo>
                  <a:pt x="360003" y="858475"/>
                </a:lnTo>
                <a:close/>
                <a:moveTo>
                  <a:pt x="1440000" y="2160000"/>
                </a:moveTo>
                <a:lnTo>
                  <a:pt x="1433732" y="2160000"/>
                </a:lnTo>
                <a:lnTo>
                  <a:pt x="1081369" y="1807637"/>
                </a:lnTo>
                <a:lnTo>
                  <a:pt x="1081369" y="1465574"/>
                </a:lnTo>
                <a:lnTo>
                  <a:pt x="896985" y="1265993"/>
                </a:lnTo>
                <a:lnTo>
                  <a:pt x="528275" y="1265993"/>
                </a:lnTo>
                <a:lnTo>
                  <a:pt x="361370" y="1446655"/>
                </a:lnTo>
                <a:lnTo>
                  <a:pt x="361370" y="2160000"/>
                </a:lnTo>
                <a:lnTo>
                  <a:pt x="0" y="2160000"/>
                </a:lnTo>
                <a:lnTo>
                  <a:pt x="0" y="1275628"/>
                </a:lnTo>
                <a:lnTo>
                  <a:pt x="367825" y="907803"/>
                </a:lnTo>
                <a:lnTo>
                  <a:pt x="1078144" y="907803"/>
                </a:lnTo>
                <a:lnTo>
                  <a:pt x="1440000" y="126965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PH"/>
          </a:p>
        </p:txBody>
      </p:sp>
      <p:sp>
        <p:nvSpPr>
          <p:cNvPr id="64" name="Freeform: Shape 63">
            <a:extLst>
              <a:ext uri="{FF2B5EF4-FFF2-40B4-BE49-F238E27FC236}">
                <a16:creationId xmlns:a16="http://schemas.microsoft.com/office/drawing/2014/main" id="{55689A44-F080-93B2-727A-364E16306322}"/>
              </a:ext>
            </a:extLst>
          </p:cNvPr>
          <p:cNvSpPr/>
          <p:nvPr/>
        </p:nvSpPr>
        <p:spPr>
          <a:xfrm>
            <a:off x="2809353" y="2989644"/>
            <a:ext cx="1014174" cy="872745"/>
          </a:xfrm>
          <a:custGeom>
            <a:avLst/>
            <a:gdLst>
              <a:gd name="connsiteX0" fmla="*/ 760631 w 1014174"/>
              <a:gd name="connsiteY0" fmla="*/ 563144 h 872745"/>
              <a:gd name="connsiteX1" fmla="*/ 1014174 w 1014174"/>
              <a:gd name="connsiteY1" fmla="*/ 563144 h 872745"/>
              <a:gd name="connsiteX2" fmla="*/ 1014174 w 1014174"/>
              <a:gd name="connsiteY2" fmla="*/ 872745 h 872745"/>
              <a:gd name="connsiteX3" fmla="*/ 760621 w 1014174"/>
              <a:gd name="connsiteY3" fmla="*/ 872745 h 872745"/>
              <a:gd name="connsiteX4" fmla="*/ 760621 w 1014174"/>
              <a:gd name="connsiteY4" fmla="*/ 816695 h 872745"/>
              <a:gd name="connsiteX5" fmla="*/ 760631 w 1014174"/>
              <a:gd name="connsiteY5" fmla="*/ 816685 h 872745"/>
              <a:gd name="connsiteX6" fmla="*/ 0 w 1014174"/>
              <a:gd name="connsiteY6" fmla="*/ 0 h 872745"/>
              <a:gd name="connsiteX7" fmla="*/ 255155 w 1014174"/>
              <a:gd name="connsiteY7" fmla="*/ 0 h 872745"/>
              <a:gd name="connsiteX8" fmla="*/ 255155 w 1014174"/>
              <a:gd name="connsiteY8" fmla="*/ 54569 h 872745"/>
              <a:gd name="connsiteX9" fmla="*/ 253540 w 1014174"/>
              <a:gd name="connsiteY9" fmla="*/ 56060 h 872745"/>
              <a:gd name="connsiteX10" fmla="*/ 253540 w 1014174"/>
              <a:gd name="connsiteY10" fmla="*/ 309601 h 872745"/>
              <a:gd name="connsiteX11" fmla="*/ 0 w 1014174"/>
              <a:gd name="connsiteY11" fmla="*/ 309601 h 8727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14174" h="872745">
                <a:moveTo>
                  <a:pt x="760631" y="563144"/>
                </a:moveTo>
                <a:lnTo>
                  <a:pt x="1014174" y="563144"/>
                </a:lnTo>
                <a:lnTo>
                  <a:pt x="1014174" y="872745"/>
                </a:lnTo>
                <a:lnTo>
                  <a:pt x="760621" y="872745"/>
                </a:lnTo>
                <a:lnTo>
                  <a:pt x="760621" y="816695"/>
                </a:lnTo>
                <a:lnTo>
                  <a:pt x="760631" y="816685"/>
                </a:lnTo>
                <a:close/>
                <a:moveTo>
                  <a:pt x="0" y="0"/>
                </a:moveTo>
                <a:lnTo>
                  <a:pt x="255155" y="0"/>
                </a:lnTo>
                <a:lnTo>
                  <a:pt x="255155" y="54569"/>
                </a:lnTo>
                <a:lnTo>
                  <a:pt x="253540" y="56060"/>
                </a:lnTo>
                <a:lnTo>
                  <a:pt x="253540" y="309601"/>
                </a:lnTo>
                <a:lnTo>
                  <a:pt x="0" y="309601"/>
                </a:lnTo>
                <a:close/>
              </a:path>
            </a:pathLst>
          </a:custGeom>
          <a:solidFill>
            <a:srgbClr val="C8A6A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PH"/>
          </a:p>
        </p:txBody>
      </p:sp>
      <p:sp>
        <p:nvSpPr>
          <p:cNvPr id="67" name="Freeform: Shape 66">
            <a:extLst>
              <a:ext uri="{FF2B5EF4-FFF2-40B4-BE49-F238E27FC236}">
                <a16:creationId xmlns:a16="http://schemas.microsoft.com/office/drawing/2014/main" id="{68275564-DC0C-CF77-F822-2EF90B0F7D9E}"/>
              </a:ext>
            </a:extLst>
          </p:cNvPr>
          <p:cNvSpPr/>
          <p:nvPr/>
        </p:nvSpPr>
        <p:spPr>
          <a:xfrm>
            <a:off x="4077067" y="2982315"/>
            <a:ext cx="316927" cy="880073"/>
          </a:xfrm>
          <a:custGeom>
            <a:avLst/>
            <a:gdLst>
              <a:gd name="connsiteX0" fmla="*/ 0 w 316927"/>
              <a:gd name="connsiteY0" fmla="*/ 570472 h 880073"/>
              <a:gd name="connsiteX1" fmla="*/ 253544 w 316927"/>
              <a:gd name="connsiteY1" fmla="*/ 570472 h 880073"/>
              <a:gd name="connsiteX2" fmla="*/ 253544 w 316927"/>
              <a:gd name="connsiteY2" fmla="*/ 824010 h 880073"/>
              <a:gd name="connsiteX3" fmla="*/ 309607 w 316927"/>
              <a:gd name="connsiteY3" fmla="*/ 880073 h 880073"/>
              <a:gd name="connsiteX4" fmla="*/ 0 w 316927"/>
              <a:gd name="connsiteY4" fmla="*/ 880073 h 880073"/>
              <a:gd name="connsiteX5" fmla="*/ 0 w 316927"/>
              <a:gd name="connsiteY5" fmla="*/ 0 h 880073"/>
              <a:gd name="connsiteX6" fmla="*/ 316927 w 316927"/>
              <a:gd name="connsiteY6" fmla="*/ 0 h 880073"/>
              <a:gd name="connsiteX7" fmla="*/ 253544 w 316927"/>
              <a:gd name="connsiteY7" fmla="*/ 63383 h 880073"/>
              <a:gd name="connsiteX8" fmla="*/ 253544 w 316927"/>
              <a:gd name="connsiteY8" fmla="*/ 316929 h 880073"/>
              <a:gd name="connsiteX9" fmla="*/ 0 w 316927"/>
              <a:gd name="connsiteY9" fmla="*/ 316929 h 8800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16927" h="880073">
                <a:moveTo>
                  <a:pt x="0" y="570472"/>
                </a:moveTo>
                <a:lnTo>
                  <a:pt x="253544" y="570472"/>
                </a:lnTo>
                <a:lnTo>
                  <a:pt x="253544" y="824010"/>
                </a:lnTo>
                <a:lnTo>
                  <a:pt x="309607" y="880073"/>
                </a:lnTo>
                <a:lnTo>
                  <a:pt x="0" y="880073"/>
                </a:lnTo>
                <a:close/>
                <a:moveTo>
                  <a:pt x="0" y="0"/>
                </a:moveTo>
                <a:lnTo>
                  <a:pt x="316927" y="0"/>
                </a:lnTo>
                <a:lnTo>
                  <a:pt x="253544" y="63383"/>
                </a:lnTo>
                <a:lnTo>
                  <a:pt x="253544" y="316929"/>
                </a:lnTo>
                <a:lnTo>
                  <a:pt x="0" y="316929"/>
                </a:lnTo>
                <a:close/>
              </a:path>
            </a:pathLst>
          </a:custGeom>
          <a:solidFill>
            <a:srgbClr val="C8A6A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PH"/>
          </a:p>
        </p:txBody>
      </p:sp>
      <p:sp>
        <p:nvSpPr>
          <p:cNvPr id="56" name="Freeform: Shape 55">
            <a:extLst>
              <a:ext uri="{FF2B5EF4-FFF2-40B4-BE49-F238E27FC236}">
                <a16:creationId xmlns:a16="http://schemas.microsoft.com/office/drawing/2014/main" id="{AE8F787D-1CB8-241C-0260-4442C7B81D52}"/>
              </a:ext>
            </a:extLst>
          </p:cNvPr>
          <p:cNvSpPr/>
          <p:nvPr/>
        </p:nvSpPr>
        <p:spPr>
          <a:xfrm>
            <a:off x="2302253" y="2665385"/>
            <a:ext cx="2788987" cy="1521261"/>
          </a:xfrm>
          <a:custGeom>
            <a:avLst/>
            <a:gdLst>
              <a:gd name="connsiteX0" fmla="*/ 1267721 w 2788987"/>
              <a:gd name="connsiteY0" fmla="*/ 1258915 h 1521261"/>
              <a:gd name="connsiteX1" fmla="*/ 1521274 w 2788987"/>
              <a:gd name="connsiteY1" fmla="*/ 1258915 h 1521261"/>
              <a:gd name="connsiteX2" fmla="*/ 1521274 w 2788987"/>
              <a:gd name="connsiteY2" fmla="*/ 1267718 h 1521261"/>
              <a:gd name="connsiteX3" fmla="*/ 1267731 w 2788987"/>
              <a:gd name="connsiteY3" fmla="*/ 1521261 h 1521261"/>
              <a:gd name="connsiteX4" fmla="*/ 507100 w 2788987"/>
              <a:gd name="connsiteY4" fmla="*/ 1521261 h 1521261"/>
              <a:gd name="connsiteX5" fmla="*/ 507100 w 2788987"/>
              <a:gd name="connsiteY5" fmla="*/ 1521259 h 1521261"/>
              <a:gd name="connsiteX6" fmla="*/ 253542 w 2788987"/>
              <a:gd name="connsiteY6" fmla="*/ 1521259 h 1521261"/>
              <a:gd name="connsiteX7" fmla="*/ 0 w 2788987"/>
              <a:gd name="connsiteY7" fmla="*/ 1267718 h 1521261"/>
              <a:gd name="connsiteX8" fmla="*/ 0 w 2788987"/>
              <a:gd name="connsiteY8" fmla="*/ 1267717 h 1521261"/>
              <a:gd name="connsiteX9" fmla="*/ 1014184 w 2788987"/>
              <a:gd name="connsiteY9" fmla="*/ 1267717 h 1521261"/>
              <a:gd name="connsiteX10" fmla="*/ 1014184 w 2788987"/>
              <a:gd name="connsiteY10" fmla="*/ 1267718 h 1521261"/>
              <a:gd name="connsiteX11" fmla="*/ 1135833 w 2788987"/>
              <a:gd name="connsiteY11" fmla="*/ 1267718 h 1521261"/>
              <a:gd name="connsiteX12" fmla="*/ 1137560 w 2788987"/>
              <a:gd name="connsiteY12" fmla="*/ 1266058 h 1521261"/>
              <a:gd name="connsiteX13" fmla="*/ 1267721 w 2788987"/>
              <a:gd name="connsiteY13" fmla="*/ 1266058 h 1521261"/>
              <a:gd name="connsiteX14" fmla="*/ 760639 w 2788987"/>
              <a:gd name="connsiteY14" fmla="*/ 0 h 1521261"/>
              <a:gd name="connsiteX15" fmla="*/ 1521274 w 2788987"/>
              <a:gd name="connsiteY15" fmla="*/ 0 h 1521261"/>
              <a:gd name="connsiteX16" fmla="*/ 1521274 w 2788987"/>
              <a:gd name="connsiteY16" fmla="*/ 2745 h 1521261"/>
              <a:gd name="connsiteX17" fmla="*/ 1774813 w 2788987"/>
              <a:gd name="connsiteY17" fmla="*/ 2745 h 1521261"/>
              <a:gd name="connsiteX18" fmla="*/ 1774813 w 2788987"/>
              <a:gd name="connsiteY18" fmla="*/ 0 h 1521261"/>
              <a:gd name="connsiteX19" fmla="*/ 2535433 w 2788987"/>
              <a:gd name="connsiteY19" fmla="*/ 0 h 1521261"/>
              <a:gd name="connsiteX20" fmla="*/ 2788987 w 2788987"/>
              <a:gd name="connsiteY20" fmla="*/ 253554 h 1521261"/>
              <a:gd name="connsiteX21" fmla="*/ 2788987 w 2788987"/>
              <a:gd name="connsiteY21" fmla="*/ 1267716 h 1521261"/>
              <a:gd name="connsiteX22" fmla="*/ 2535442 w 2788987"/>
              <a:gd name="connsiteY22" fmla="*/ 1521261 h 1521261"/>
              <a:gd name="connsiteX23" fmla="*/ 2028354 w 2788987"/>
              <a:gd name="connsiteY23" fmla="*/ 1521261 h 1521261"/>
              <a:gd name="connsiteX24" fmla="*/ 1774813 w 2788987"/>
              <a:gd name="connsiteY24" fmla="*/ 1267721 h 1521261"/>
              <a:gd name="connsiteX25" fmla="*/ 1774813 w 2788987"/>
              <a:gd name="connsiteY25" fmla="*/ 1258915 h 1521261"/>
              <a:gd name="connsiteX26" fmla="*/ 2146331 w 2788987"/>
              <a:gd name="connsiteY26" fmla="*/ 1258915 h 1521261"/>
              <a:gd name="connsiteX27" fmla="*/ 2155130 w 2788987"/>
              <a:gd name="connsiteY27" fmla="*/ 1267714 h 1521261"/>
              <a:gd name="connsiteX28" fmla="*/ 2408668 w 2788987"/>
              <a:gd name="connsiteY28" fmla="*/ 1267714 h 1521261"/>
              <a:gd name="connsiteX29" fmla="*/ 2535443 w 2788987"/>
              <a:gd name="connsiteY29" fmla="*/ 1140940 h 1521261"/>
              <a:gd name="connsiteX30" fmla="*/ 2535443 w 2788987"/>
              <a:gd name="connsiteY30" fmla="*/ 380323 h 1521261"/>
              <a:gd name="connsiteX31" fmla="*/ 2408660 w 2788987"/>
              <a:gd name="connsiteY31" fmla="*/ 253540 h 1521261"/>
              <a:gd name="connsiteX32" fmla="*/ 2155129 w 2788987"/>
              <a:gd name="connsiteY32" fmla="*/ 253540 h 1521261"/>
              <a:gd name="connsiteX33" fmla="*/ 2155126 w 2788987"/>
              <a:gd name="connsiteY33" fmla="*/ 253544 h 1521261"/>
              <a:gd name="connsiteX34" fmla="*/ 2026409 w 2788987"/>
              <a:gd name="connsiteY34" fmla="*/ 253544 h 1521261"/>
              <a:gd name="connsiteX35" fmla="*/ 2026409 w 2788987"/>
              <a:gd name="connsiteY35" fmla="*/ 256287 h 1521261"/>
              <a:gd name="connsiteX36" fmla="*/ 1265784 w 2788987"/>
              <a:gd name="connsiteY36" fmla="*/ 256287 h 1521261"/>
              <a:gd name="connsiteX37" fmla="*/ 1265784 w 2788987"/>
              <a:gd name="connsiteY37" fmla="*/ 253544 h 1521261"/>
              <a:gd name="connsiteX38" fmla="*/ 897991 w 2788987"/>
              <a:gd name="connsiteY38" fmla="*/ 253544 h 1521261"/>
              <a:gd name="connsiteX39" fmla="*/ 897213 w 2788987"/>
              <a:gd name="connsiteY39" fmla="*/ 254262 h 1521261"/>
              <a:gd name="connsiteX40" fmla="*/ 762255 w 2788987"/>
              <a:gd name="connsiteY40" fmla="*/ 254262 h 1521261"/>
              <a:gd name="connsiteX41" fmla="*/ 762255 w 2788987"/>
              <a:gd name="connsiteY41" fmla="*/ 261965 h 1521261"/>
              <a:gd name="connsiteX42" fmla="*/ 507100 w 2788987"/>
              <a:gd name="connsiteY42" fmla="*/ 261965 h 1521261"/>
              <a:gd name="connsiteX43" fmla="*/ 507100 w 2788987"/>
              <a:gd name="connsiteY43" fmla="*/ 253539 h 15212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2788987" h="1521261">
                <a:moveTo>
                  <a:pt x="1267721" y="1258915"/>
                </a:moveTo>
                <a:lnTo>
                  <a:pt x="1521274" y="1258915"/>
                </a:lnTo>
                <a:lnTo>
                  <a:pt x="1521274" y="1267718"/>
                </a:lnTo>
                <a:lnTo>
                  <a:pt x="1267731" y="1521261"/>
                </a:lnTo>
                <a:lnTo>
                  <a:pt x="507100" y="1521261"/>
                </a:lnTo>
                <a:lnTo>
                  <a:pt x="507100" y="1521259"/>
                </a:lnTo>
                <a:lnTo>
                  <a:pt x="253542" y="1521259"/>
                </a:lnTo>
                <a:lnTo>
                  <a:pt x="0" y="1267718"/>
                </a:lnTo>
                <a:lnTo>
                  <a:pt x="0" y="1267717"/>
                </a:lnTo>
                <a:lnTo>
                  <a:pt x="1014184" y="1267717"/>
                </a:lnTo>
                <a:lnTo>
                  <a:pt x="1014184" y="1267718"/>
                </a:lnTo>
                <a:lnTo>
                  <a:pt x="1135833" y="1267718"/>
                </a:lnTo>
                <a:lnTo>
                  <a:pt x="1137560" y="1266058"/>
                </a:lnTo>
                <a:lnTo>
                  <a:pt x="1267721" y="1266058"/>
                </a:lnTo>
                <a:close/>
                <a:moveTo>
                  <a:pt x="760639" y="0"/>
                </a:moveTo>
                <a:lnTo>
                  <a:pt x="1521274" y="0"/>
                </a:lnTo>
                <a:lnTo>
                  <a:pt x="1521274" y="2745"/>
                </a:lnTo>
                <a:lnTo>
                  <a:pt x="1774813" y="2745"/>
                </a:lnTo>
                <a:lnTo>
                  <a:pt x="1774813" y="0"/>
                </a:lnTo>
                <a:lnTo>
                  <a:pt x="2535433" y="0"/>
                </a:lnTo>
                <a:lnTo>
                  <a:pt x="2788987" y="253554"/>
                </a:lnTo>
                <a:lnTo>
                  <a:pt x="2788987" y="1267716"/>
                </a:lnTo>
                <a:lnTo>
                  <a:pt x="2535442" y="1521261"/>
                </a:lnTo>
                <a:lnTo>
                  <a:pt x="2028354" y="1521261"/>
                </a:lnTo>
                <a:lnTo>
                  <a:pt x="1774813" y="1267721"/>
                </a:lnTo>
                <a:lnTo>
                  <a:pt x="1774813" y="1258915"/>
                </a:lnTo>
                <a:lnTo>
                  <a:pt x="2146331" y="1258915"/>
                </a:lnTo>
                <a:lnTo>
                  <a:pt x="2155130" y="1267714"/>
                </a:lnTo>
                <a:lnTo>
                  <a:pt x="2408668" y="1267714"/>
                </a:lnTo>
                <a:lnTo>
                  <a:pt x="2535443" y="1140940"/>
                </a:lnTo>
                <a:lnTo>
                  <a:pt x="2535443" y="380323"/>
                </a:lnTo>
                <a:lnTo>
                  <a:pt x="2408660" y="253540"/>
                </a:lnTo>
                <a:lnTo>
                  <a:pt x="2155129" y="253540"/>
                </a:lnTo>
                <a:lnTo>
                  <a:pt x="2155126" y="253544"/>
                </a:lnTo>
                <a:lnTo>
                  <a:pt x="2026409" y="253544"/>
                </a:lnTo>
                <a:lnTo>
                  <a:pt x="2026409" y="256287"/>
                </a:lnTo>
                <a:lnTo>
                  <a:pt x="1265784" y="256287"/>
                </a:lnTo>
                <a:lnTo>
                  <a:pt x="1265784" y="253544"/>
                </a:lnTo>
                <a:lnTo>
                  <a:pt x="897991" y="253544"/>
                </a:lnTo>
                <a:lnTo>
                  <a:pt x="897213" y="254262"/>
                </a:lnTo>
                <a:lnTo>
                  <a:pt x="762255" y="254262"/>
                </a:lnTo>
                <a:lnTo>
                  <a:pt x="762255" y="261965"/>
                </a:lnTo>
                <a:lnTo>
                  <a:pt x="507100" y="261965"/>
                </a:lnTo>
                <a:lnTo>
                  <a:pt x="507100" y="25353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PH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51E460D9-5CDB-F188-FF40-1F77138FA7E8}"/>
              </a:ext>
            </a:extLst>
          </p:cNvPr>
          <p:cNvSpPr/>
          <p:nvPr/>
        </p:nvSpPr>
        <p:spPr>
          <a:xfrm>
            <a:off x="4918730" y="2665378"/>
            <a:ext cx="1440197" cy="1517200"/>
          </a:xfrm>
          <a:custGeom>
            <a:avLst/>
            <a:gdLst>
              <a:gd name="connsiteX0" fmla="*/ 426023 w 1440197"/>
              <a:gd name="connsiteY0" fmla="*/ 820766 h 1517200"/>
              <a:gd name="connsiteX1" fmla="*/ 679526 w 1440197"/>
              <a:gd name="connsiteY1" fmla="*/ 1074269 h 1517200"/>
              <a:gd name="connsiteX2" fmla="*/ 679526 w 1440197"/>
              <a:gd name="connsiteY2" fmla="*/ 1263583 h 1517200"/>
              <a:gd name="connsiteX3" fmla="*/ 679444 w 1440197"/>
              <a:gd name="connsiteY3" fmla="*/ 1263665 h 1517200"/>
              <a:gd name="connsiteX4" fmla="*/ 473022 w 1440197"/>
              <a:gd name="connsiteY4" fmla="*/ 1470088 h 1517200"/>
              <a:gd name="connsiteX5" fmla="*/ 426023 w 1440197"/>
              <a:gd name="connsiteY5" fmla="*/ 1517085 h 1517200"/>
              <a:gd name="connsiteX6" fmla="*/ 425909 w 1440197"/>
              <a:gd name="connsiteY6" fmla="*/ 1517200 h 1517200"/>
              <a:gd name="connsiteX7" fmla="*/ 0 w 1440197"/>
              <a:gd name="connsiteY7" fmla="*/ 1517200 h 1517200"/>
              <a:gd name="connsiteX8" fmla="*/ 253542 w 1440197"/>
              <a:gd name="connsiteY8" fmla="*/ 1263658 h 1517200"/>
              <a:gd name="connsiteX9" fmla="*/ 426023 w 1440197"/>
              <a:gd name="connsiteY9" fmla="*/ 1263658 h 1517200"/>
              <a:gd name="connsiteX10" fmla="*/ 426023 w 1440197"/>
              <a:gd name="connsiteY10" fmla="*/ 0 h 1517200"/>
              <a:gd name="connsiteX11" fmla="*/ 1186648 w 1440197"/>
              <a:gd name="connsiteY11" fmla="*/ 0 h 1517200"/>
              <a:gd name="connsiteX12" fmla="*/ 1440197 w 1440197"/>
              <a:gd name="connsiteY12" fmla="*/ 253549 h 1517200"/>
              <a:gd name="connsiteX13" fmla="*/ 1440197 w 1440197"/>
              <a:gd name="connsiteY13" fmla="*/ 261971 h 1517200"/>
              <a:gd name="connsiteX14" fmla="*/ 1069962 w 1440197"/>
              <a:gd name="connsiteY14" fmla="*/ 261971 h 1517200"/>
              <a:gd name="connsiteX15" fmla="*/ 1060224 w 1440197"/>
              <a:gd name="connsiteY15" fmla="*/ 252234 h 1517200"/>
              <a:gd name="connsiteX16" fmla="*/ 679561 w 1440197"/>
              <a:gd name="connsiteY16" fmla="*/ 252234 h 1517200"/>
              <a:gd name="connsiteX17" fmla="*/ 679561 w 1440197"/>
              <a:gd name="connsiteY17" fmla="*/ 430797 h 1517200"/>
              <a:gd name="connsiteX18" fmla="*/ 426023 w 1440197"/>
              <a:gd name="connsiteY18" fmla="*/ 684334 h 151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1440197" h="1517200">
                <a:moveTo>
                  <a:pt x="426023" y="820766"/>
                </a:moveTo>
                <a:lnTo>
                  <a:pt x="679526" y="1074269"/>
                </a:lnTo>
                <a:lnTo>
                  <a:pt x="679526" y="1263583"/>
                </a:lnTo>
                <a:lnTo>
                  <a:pt x="679444" y="1263665"/>
                </a:lnTo>
                <a:lnTo>
                  <a:pt x="473022" y="1470088"/>
                </a:lnTo>
                <a:lnTo>
                  <a:pt x="426023" y="1517085"/>
                </a:lnTo>
                <a:lnTo>
                  <a:pt x="425909" y="1517200"/>
                </a:lnTo>
                <a:lnTo>
                  <a:pt x="0" y="1517200"/>
                </a:lnTo>
                <a:lnTo>
                  <a:pt x="253542" y="1263658"/>
                </a:lnTo>
                <a:lnTo>
                  <a:pt x="426023" y="1263658"/>
                </a:lnTo>
                <a:close/>
                <a:moveTo>
                  <a:pt x="426023" y="0"/>
                </a:moveTo>
                <a:lnTo>
                  <a:pt x="1186648" y="0"/>
                </a:lnTo>
                <a:lnTo>
                  <a:pt x="1440197" y="253549"/>
                </a:lnTo>
                <a:lnTo>
                  <a:pt x="1440197" y="261971"/>
                </a:lnTo>
                <a:lnTo>
                  <a:pt x="1069962" y="261971"/>
                </a:lnTo>
                <a:lnTo>
                  <a:pt x="1060224" y="252234"/>
                </a:lnTo>
                <a:lnTo>
                  <a:pt x="679561" y="252234"/>
                </a:lnTo>
                <a:lnTo>
                  <a:pt x="679561" y="430797"/>
                </a:lnTo>
                <a:lnTo>
                  <a:pt x="426023" y="684334"/>
                </a:lnTo>
                <a:close/>
              </a:path>
            </a:pathLst>
          </a:custGeom>
          <a:solidFill>
            <a:srgbClr val="C8A6A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PH"/>
          </a:p>
        </p:txBody>
      </p:sp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105DF96A-D4DB-55F2-D500-A7CF6A075BE7}"/>
              </a:ext>
            </a:extLst>
          </p:cNvPr>
          <p:cNvSpPr/>
          <p:nvPr/>
        </p:nvSpPr>
        <p:spPr>
          <a:xfrm flipH="1" flipV="1">
            <a:off x="9401185" y="2957482"/>
            <a:ext cx="1014174" cy="1227849"/>
          </a:xfrm>
          <a:custGeom>
            <a:avLst/>
            <a:gdLst>
              <a:gd name="connsiteX0" fmla="*/ 1014174 w 1014174"/>
              <a:gd name="connsiteY0" fmla="*/ 1227849 h 1227849"/>
              <a:gd name="connsiteX1" fmla="*/ 668313 w 1014174"/>
              <a:gd name="connsiteY1" fmla="*/ 1227849 h 1227849"/>
              <a:gd name="connsiteX2" fmla="*/ 760365 w 1014174"/>
              <a:gd name="connsiteY2" fmla="*/ 1142089 h 1227849"/>
              <a:gd name="connsiteX3" fmla="*/ 760365 w 1014174"/>
              <a:gd name="connsiteY3" fmla="*/ 384431 h 1227849"/>
              <a:gd name="connsiteX4" fmla="*/ 635189 w 1014174"/>
              <a:gd name="connsiteY4" fmla="*/ 267812 h 1227849"/>
              <a:gd name="connsiteX5" fmla="*/ 0 w 1014174"/>
              <a:gd name="connsiteY5" fmla="*/ 267812 h 1227849"/>
              <a:gd name="connsiteX6" fmla="*/ 0 w 1014174"/>
              <a:gd name="connsiteY6" fmla="*/ 0 h 1227849"/>
              <a:gd name="connsiteX7" fmla="*/ 757908 w 1014174"/>
              <a:gd name="connsiteY7" fmla="*/ 0 h 1227849"/>
              <a:gd name="connsiteX8" fmla="*/ 1014174 w 1014174"/>
              <a:gd name="connsiteY8" fmla="*/ 256266 h 12278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14174" h="1227849">
                <a:moveTo>
                  <a:pt x="1014174" y="1227849"/>
                </a:moveTo>
                <a:lnTo>
                  <a:pt x="668313" y="1227849"/>
                </a:lnTo>
                <a:lnTo>
                  <a:pt x="760365" y="1142089"/>
                </a:lnTo>
                <a:lnTo>
                  <a:pt x="760365" y="384431"/>
                </a:lnTo>
                <a:lnTo>
                  <a:pt x="635189" y="267812"/>
                </a:lnTo>
                <a:lnTo>
                  <a:pt x="0" y="267812"/>
                </a:lnTo>
                <a:lnTo>
                  <a:pt x="0" y="0"/>
                </a:lnTo>
                <a:lnTo>
                  <a:pt x="757908" y="0"/>
                </a:lnTo>
                <a:lnTo>
                  <a:pt x="1014174" y="256266"/>
                </a:lnTo>
                <a:close/>
              </a:path>
            </a:pathLst>
          </a:custGeom>
          <a:solidFill>
            <a:srgbClr val="C8A6A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PH"/>
          </a:p>
        </p:txBody>
      </p:sp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4BFDF064-D82F-5A7C-07CE-4A55B61F3100}"/>
              </a:ext>
            </a:extLst>
          </p:cNvPr>
          <p:cNvSpPr/>
          <p:nvPr/>
        </p:nvSpPr>
        <p:spPr>
          <a:xfrm flipH="1" flipV="1">
            <a:off x="7175268" y="2662762"/>
            <a:ext cx="3746334" cy="254504"/>
          </a:xfrm>
          <a:custGeom>
            <a:avLst/>
            <a:gdLst>
              <a:gd name="connsiteX0" fmla="*/ 3295494 w 3746334"/>
              <a:gd name="connsiteY0" fmla="*/ 254504 h 254504"/>
              <a:gd name="connsiteX1" fmla="*/ 2534869 w 3746334"/>
              <a:gd name="connsiteY1" fmla="*/ 254504 h 254504"/>
              <a:gd name="connsiteX2" fmla="*/ 2534869 w 3746334"/>
              <a:gd name="connsiteY2" fmla="*/ 253197 h 254504"/>
              <a:gd name="connsiteX3" fmla="*/ 2027418 w 3746334"/>
              <a:gd name="connsiteY3" fmla="*/ 253197 h 254504"/>
              <a:gd name="connsiteX4" fmla="*/ 2027418 w 3746334"/>
              <a:gd name="connsiteY4" fmla="*/ 254504 h 254504"/>
              <a:gd name="connsiteX5" fmla="*/ 1266792 w 3746334"/>
              <a:gd name="connsiteY5" fmla="*/ 254504 h 254504"/>
              <a:gd name="connsiteX6" fmla="*/ 1266792 w 3746334"/>
              <a:gd name="connsiteY6" fmla="*/ 253196 h 254504"/>
              <a:gd name="connsiteX7" fmla="*/ 760626 w 3746334"/>
              <a:gd name="connsiteY7" fmla="*/ 253196 h 254504"/>
              <a:gd name="connsiteX8" fmla="*/ 760626 w 3746334"/>
              <a:gd name="connsiteY8" fmla="*/ 253542 h 254504"/>
              <a:gd name="connsiteX9" fmla="*/ 248662 w 3746334"/>
              <a:gd name="connsiteY9" fmla="*/ 253542 h 254504"/>
              <a:gd name="connsiteX10" fmla="*/ 0 w 3746334"/>
              <a:gd name="connsiteY10" fmla="*/ 4880 h 254504"/>
              <a:gd name="connsiteX11" fmla="*/ 0 w 3746334"/>
              <a:gd name="connsiteY11" fmla="*/ 0 h 254504"/>
              <a:gd name="connsiteX12" fmla="*/ 230143 w 3746334"/>
              <a:gd name="connsiteY12" fmla="*/ 0 h 254504"/>
              <a:gd name="connsiteX13" fmla="*/ 230143 w 3746334"/>
              <a:gd name="connsiteY13" fmla="*/ 23170 h 254504"/>
              <a:gd name="connsiteX14" fmla="*/ 3516307 w 3746334"/>
              <a:gd name="connsiteY14" fmla="*/ 23170 h 254504"/>
              <a:gd name="connsiteX15" fmla="*/ 3746334 w 3746334"/>
              <a:gd name="connsiteY15" fmla="*/ 253197 h 254504"/>
              <a:gd name="connsiteX16" fmla="*/ 3295494 w 3746334"/>
              <a:gd name="connsiteY16" fmla="*/ 253197 h 2545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746334" h="254504">
                <a:moveTo>
                  <a:pt x="3295494" y="254504"/>
                </a:moveTo>
                <a:lnTo>
                  <a:pt x="2534869" y="254504"/>
                </a:lnTo>
                <a:lnTo>
                  <a:pt x="2534869" y="253197"/>
                </a:lnTo>
                <a:lnTo>
                  <a:pt x="2027418" y="253197"/>
                </a:lnTo>
                <a:lnTo>
                  <a:pt x="2027418" y="254504"/>
                </a:lnTo>
                <a:lnTo>
                  <a:pt x="1266792" y="254504"/>
                </a:lnTo>
                <a:lnTo>
                  <a:pt x="1266792" y="253196"/>
                </a:lnTo>
                <a:lnTo>
                  <a:pt x="760626" y="253196"/>
                </a:lnTo>
                <a:lnTo>
                  <a:pt x="760626" y="253542"/>
                </a:lnTo>
                <a:lnTo>
                  <a:pt x="248662" y="253542"/>
                </a:lnTo>
                <a:lnTo>
                  <a:pt x="0" y="4880"/>
                </a:lnTo>
                <a:lnTo>
                  <a:pt x="0" y="0"/>
                </a:lnTo>
                <a:lnTo>
                  <a:pt x="230143" y="0"/>
                </a:lnTo>
                <a:lnTo>
                  <a:pt x="230143" y="23170"/>
                </a:lnTo>
                <a:lnTo>
                  <a:pt x="3516307" y="23170"/>
                </a:lnTo>
                <a:lnTo>
                  <a:pt x="3746334" y="253197"/>
                </a:lnTo>
                <a:lnTo>
                  <a:pt x="3295494" y="25319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PH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E4CC0E0-EDC6-2D78-0631-EB9595CABCD9}"/>
              </a:ext>
            </a:extLst>
          </p:cNvPr>
          <p:cNvSpPr/>
          <p:nvPr/>
        </p:nvSpPr>
        <p:spPr>
          <a:xfrm>
            <a:off x="508955" y="457200"/>
            <a:ext cx="11284939" cy="1763553"/>
          </a:xfrm>
          <a:prstGeom prst="rect">
            <a:avLst/>
          </a:prstGeom>
          <a:gradFill>
            <a:gsLst>
              <a:gs pos="0">
                <a:srgbClr val="FF0080"/>
              </a:gs>
              <a:gs pos="100000">
                <a:srgbClr val="00FFFF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6473287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B41503A-562C-C83A-4D3F-64548D1B45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1" name="Graphic 390">
            <a:extLst>
              <a:ext uri="{FF2B5EF4-FFF2-40B4-BE49-F238E27FC236}">
                <a16:creationId xmlns:a16="http://schemas.microsoft.com/office/drawing/2014/main" id="{4666F8F3-6675-52F0-F9EE-0CC8E7A8F9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4035" t="15264" r="44055" b="15264"/>
          <a:stretch>
            <a:fillRect/>
          </a:stretch>
        </p:blipFill>
        <p:spPr>
          <a:xfrm rot="16200000">
            <a:off x="5217862" y="-1010852"/>
            <a:ext cx="1521268" cy="8873725"/>
          </a:xfrm>
          <a:custGeom>
            <a:avLst/>
            <a:gdLst>
              <a:gd name="connsiteX0" fmla="*/ 143283 w 1521268"/>
              <a:gd name="connsiteY0" fmla="*/ 870891 h 8873725"/>
              <a:gd name="connsiteX1" fmla="*/ 143283 w 1521268"/>
              <a:gd name="connsiteY1" fmla="*/ 1014173 h 8873725"/>
              <a:gd name="connsiteX2" fmla="*/ 0 w 1521268"/>
              <a:gd name="connsiteY2" fmla="*/ 1014173 h 8873725"/>
              <a:gd name="connsiteX3" fmla="*/ 143283 w 1521268"/>
              <a:gd name="connsiteY3" fmla="*/ 0 h 8873725"/>
              <a:gd name="connsiteX4" fmla="*/ 143283 w 1521268"/>
              <a:gd name="connsiteY4" fmla="*/ 143282 h 8873725"/>
              <a:gd name="connsiteX5" fmla="*/ 0 w 1521268"/>
              <a:gd name="connsiteY5" fmla="*/ 0 h 8873725"/>
              <a:gd name="connsiteX6" fmla="*/ 633858 w 1521268"/>
              <a:gd name="connsiteY6" fmla="*/ 2028350 h 8873725"/>
              <a:gd name="connsiteX7" fmla="*/ 633858 w 1521268"/>
              <a:gd name="connsiteY7" fmla="*/ 2281893 h 8873725"/>
              <a:gd name="connsiteX8" fmla="*/ 324257 w 1521268"/>
              <a:gd name="connsiteY8" fmla="*/ 2281893 h 8873725"/>
              <a:gd name="connsiteX9" fmla="*/ 324257 w 1521268"/>
              <a:gd name="connsiteY9" fmla="*/ 2028341 h 8873725"/>
              <a:gd name="connsiteX10" fmla="*/ 380307 w 1521268"/>
              <a:gd name="connsiteY10" fmla="*/ 2028341 h 8873725"/>
              <a:gd name="connsiteX11" fmla="*/ 380317 w 1521268"/>
              <a:gd name="connsiteY11" fmla="*/ 2028350 h 8873725"/>
              <a:gd name="connsiteX12" fmla="*/ 633859 w 1521268"/>
              <a:gd name="connsiteY12" fmla="*/ 2535433 h 8873725"/>
              <a:gd name="connsiteX13" fmla="*/ 633859 w 1521268"/>
              <a:gd name="connsiteY13" fmla="*/ 2788977 h 8873725"/>
              <a:gd name="connsiteX14" fmla="*/ 380321 w 1521268"/>
              <a:gd name="connsiteY14" fmla="*/ 2788977 h 8873725"/>
              <a:gd name="connsiteX15" fmla="*/ 324258 w 1521268"/>
              <a:gd name="connsiteY15" fmla="*/ 2845040 h 8873725"/>
              <a:gd name="connsiteX16" fmla="*/ 324258 w 1521268"/>
              <a:gd name="connsiteY16" fmla="*/ 2535433 h 8873725"/>
              <a:gd name="connsiteX17" fmla="*/ 633859 w 1521268"/>
              <a:gd name="connsiteY17" fmla="*/ 760631 h 8873725"/>
              <a:gd name="connsiteX18" fmla="*/ 633859 w 1521268"/>
              <a:gd name="connsiteY18" fmla="*/ 1014173 h 8873725"/>
              <a:gd name="connsiteX19" fmla="*/ 324258 w 1521268"/>
              <a:gd name="connsiteY19" fmla="*/ 1014173 h 8873725"/>
              <a:gd name="connsiteX20" fmla="*/ 324258 w 1521268"/>
              <a:gd name="connsiteY20" fmla="*/ 760631 h 8873725"/>
              <a:gd name="connsiteX21" fmla="*/ 633859 w 1521268"/>
              <a:gd name="connsiteY21" fmla="*/ 0 h 8873725"/>
              <a:gd name="connsiteX22" fmla="*/ 633859 w 1521268"/>
              <a:gd name="connsiteY22" fmla="*/ 253544 h 8873725"/>
              <a:gd name="connsiteX23" fmla="*/ 324258 w 1521268"/>
              <a:gd name="connsiteY23" fmla="*/ 253544 h 8873725"/>
              <a:gd name="connsiteX24" fmla="*/ 324258 w 1521268"/>
              <a:gd name="connsiteY24" fmla="*/ 0 h 8873725"/>
              <a:gd name="connsiteX25" fmla="*/ 700502 w 1521268"/>
              <a:gd name="connsiteY25" fmla="*/ 3803119 h 8873725"/>
              <a:gd name="connsiteX26" fmla="*/ 446999 w 1521268"/>
              <a:gd name="connsiteY26" fmla="*/ 4056622 h 8873725"/>
              <a:gd name="connsiteX27" fmla="*/ 257685 w 1521268"/>
              <a:gd name="connsiteY27" fmla="*/ 4056622 h 8873725"/>
              <a:gd name="connsiteX28" fmla="*/ 257603 w 1521268"/>
              <a:gd name="connsiteY28" fmla="*/ 4056540 h 8873725"/>
              <a:gd name="connsiteX29" fmla="*/ 51180 w 1521268"/>
              <a:gd name="connsiteY29" fmla="*/ 3850118 h 8873725"/>
              <a:gd name="connsiteX30" fmla="*/ 4183 w 1521268"/>
              <a:gd name="connsiteY30" fmla="*/ 3803119 h 8873725"/>
              <a:gd name="connsiteX31" fmla="*/ 4068 w 1521268"/>
              <a:gd name="connsiteY31" fmla="*/ 3803005 h 8873725"/>
              <a:gd name="connsiteX32" fmla="*/ 4068 w 1521268"/>
              <a:gd name="connsiteY32" fmla="*/ 3377096 h 8873725"/>
              <a:gd name="connsiteX33" fmla="*/ 257610 w 1521268"/>
              <a:gd name="connsiteY33" fmla="*/ 3630638 h 8873725"/>
              <a:gd name="connsiteX34" fmla="*/ 257610 w 1521268"/>
              <a:gd name="connsiteY34" fmla="*/ 3803119 h 8873725"/>
              <a:gd name="connsiteX35" fmla="*/ 839600 w 1521268"/>
              <a:gd name="connsiteY35" fmla="*/ 6589406 h 8873725"/>
              <a:gd name="connsiteX36" fmla="*/ 585925 w 1521268"/>
              <a:gd name="connsiteY36" fmla="*/ 6843081 h 8873725"/>
              <a:gd name="connsiteX37" fmla="*/ 384355 w 1521268"/>
              <a:gd name="connsiteY37" fmla="*/ 6843081 h 8873725"/>
              <a:gd name="connsiteX38" fmla="*/ 257612 w 1521268"/>
              <a:gd name="connsiteY38" fmla="*/ 6969824 h 8873725"/>
              <a:gd name="connsiteX39" fmla="*/ 257612 w 1521268"/>
              <a:gd name="connsiteY39" fmla="*/ 7041923 h 8873725"/>
              <a:gd name="connsiteX40" fmla="*/ 257612 w 1521268"/>
              <a:gd name="connsiteY40" fmla="*/ 7603580 h 8873725"/>
              <a:gd name="connsiteX41" fmla="*/ 1316 w 1521268"/>
              <a:gd name="connsiteY41" fmla="*/ 7603580 h 8873725"/>
              <a:gd name="connsiteX42" fmla="*/ 1316 w 1521268"/>
              <a:gd name="connsiteY42" fmla="*/ 6847769 h 8873725"/>
              <a:gd name="connsiteX43" fmla="*/ 259680 w 1521268"/>
              <a:gd name="connsiteY43" fmla="*/ 6589406 h 8873725"/>
              <a:gd name="connsiteX44" fmla="*/ 1197002 w 1521268"/>
              <a:gd name="connsiteY44" fmla="*/ 1267720 h 8873725"/>
              <a:gd name="connsiteX45" fmla="*/ 1197002 w 1521268"/>
              <a:gd name="connsiteY45" fmla="*/ 1522874 h 8873725"/>
              <a:gd name="connsiteX46" fmla="*/ 1142433 w 1521268"/>
              <a:gd name="connsiteY46" fmla="*/ 1522874 h 8873725"/>
              <a:gd name="connsiteX47" fmla="*/ 1140942 w 1521268"/>
              <a:gd name="connsiteY47" fmla="*/ 1521259 h 8873725"/>
              <a:gd name="connsiteX48" fmla="*/ 887401 w 1521268"/>
              <a:gd name="connsiteY48" fmla="*/ 1521259 h 8873725"/>
              <a:gd name="connsiteX49" fmla="*/ 887401 w 1521268"/>
              <a:gd name="connsiteY49" fmla="*/ 1267720 h 8873725"/>
              <a:gd name="connsiteX50" fmla="*/ 1204331 w 1521268"/>
              <a:gd name="connsiteY50" fmla="*/ 2535433 h 8873725"/>
              <a:gd name="connsiteX51" fmla="*/ 1204331 w 1521268"/>
              <a:gd name="connsiteY51" fmla="*/ 2852361 h 8873725"/>
              <a:gd name="connsiteX52" fmla="*/ 1140948 w 1521268"/>
              <a:gd name="connsiteY52" fmla="*/ 2788977 h 8873725"/>
              <a:gd name="connsiteX53" fmla="*/ 887402 w 1521268"/>
              <a:gd name="connsiteY53" fmla="*/ 2788977 h 8873725"/>
              <a:gd name="connsiteX54" fmla="*/ 887402 w 1521268"/>
              <a:gd name="connsiteY54" fmla="*/ 2535433 h 8873725"/>
              <a:gd name="connsiteX55" fmla="*/ 1211136 w 1521268"/>
              <a:gd name="connsiteY55" fmla="*/ 6589406 h 8873725"/>
              <a:gd name="connsiteX56" fmla="*/ 1211136 w 1521268"/>
              <a:gd name="connsiteY56" fmla="*/ 6843081 h 8873725"/>
              <a:gd name="connsiteX57" fmla="*/ 1019183 w 1521268"/>
              <a:gd name="connsiteY57" fmla="*/ 6843081 h 8873725"/>
              <a:gd name="connsiteX58" fmla="*/ 887403 w 1521268"/>
              <a:gd name="connsiteY58" fmla="*/ 6974862 h 8873725"/>
              <a:gd name="connsiteX59" fmla="*/ 887403 w 1521268"/>
              <a:gd name="connsiteY59" fmla="*/ 7041924 h 8873725"/>
              <a:gd name="connsiteX60" fmla="*/ 887403 w 1521268"/>
              <a:gd name="connsiteY60" fmla="*/ 7603580 h 8873725"/>
              <a:gd name="connsiteX61" fmla="*/ 622344 w 1521268"/>
              <a:gd name="connsiteY61" fmla="*/ 7603580 h 8873725"/>
              <a:gd name="connsiteX62" fmla="*/ 622344 w 1521268"/>
              <a:gd name="connsiteY62" fmla="*/ 7603446 h 8873725"/>
              <a:gd name="connsiteX63" fmla="*/ 622345 w 1521268"/>
              <a:gd name="connsiteY63" fmla="*/ 7603446 h 8873725"/>
              <a:gd name="connsiteX64" fmla="*/ 622345 w 1521268"/>
              <a:gd name="connsiteY64" fmla="*/ 6858121 h 8873725"/>
              <a:gd name="connsiteX65" fmla="*/ 891060 w 1521268"/>
              <a:gd name="connsiteY65" fmla="*/ 6589406 h 8873725"/>
              <a:gd name="connsiteX66" fmla="*/ 1229164 w 1521268"/>
              <a:gd name="connsiteY66" fmla="*/ 7859551 h 8873725"/>
              <a:gd name="connsiteX67" fmla="*/ 1229164 w 1521268"/>
              <a:gd name="connsiteY67" fmla="*/ 8205412 h 8873725"/>
              <a:gd name="connsiteX68" fmla="*/ 1143404 w 1521268"/>
              <a:gd name="connsiteY68" fmla="*/ 8113360 h 8873725"/>
              <a:gd name="connsiteX69" fmla="*/ 385746 w 1521268"/>
              <a:gd name="connsiteY69" fmla="*/ 8113360 h 8873725"/>
              <a:gd name="connsiteX70" fmla="*/ 269127 w 1521268"/>
              <a:gd name="connsiteY70" fmla="*/ 8238536 h 8873725"/>
              <a:gd name="connsiteX71" fmla="*/ 269127 w 1521268"/>
              <a:gd name="connsiteY71" fmla="*/ 8873725 h 8873725"/>
              <a:gd name="connsiteX72" fmla="*/ 1315 w 1521268"/>
              <a:gd name="connsiteY72" fmla="*/ 8873725 h 8873725"/>
              <a:gd name="connsiteX73" fmla="*/ 1315 w 1521268"/>
              <a:gd name="connsiteY73" fmla="*/ 8115817 h 8873725"/>
              <a:gd name="connsiteX74" fmla="*/ 257581 w 1521268"/>
              <a:gd name="connsiteY74" fmla="*/ 7859551 h 8873725"/>
              <a:gd name="connsiteX75" fmla="*/ 1521261 w 1521268"/>
              <a:gd name="connsiteY75" fmla="*/ 249289 h 8873725"/>
              <a:gd name="connsiteX76" fmla="*/ 1521261 w 1521268"/>
              <a:gd name="connsiteY76" fmla="*/ 760631 h 8873725"/>
              <a:gd name="connsiteX77" fmla="*/ 1267717 w 1521268"/>
              <a:gd name="connsiteY77" fmla="*/ 1014173 h 8873725"/>
              <a:gd name="connsiteX78" fmla="*/ 887402 w 1521268"/>
              <a:gd name="connsiteY78" fmla="*/ 1014173 h 8873725"/>
              <a:gd name="connsiteX79" fmla="*/ 887402 w 1521268"/>
              <a:gd name="connsiteY79" fmla="*/ 760631 h 8873725"/>
              <a:gd name="connsiteX80" fmla="*/ 1140937 w 1521268"/>
              <a:gd name="connsiteY80" fmla="*/ 760631 h 8873725"/>
              <a:gd name="connsiteX81" fmla="*/ 1267717 w 1521268"/>
              <a:gd name="connsiteY81" fmla="*/ 633849 h 8873725"/>
              <a:gd name="connsiteX82" fmla="*/ 1267717 w 1521268"/>
              <a:gd name="connsiteY82" fmla="*/ 380312 h 8873725"/>
              <a:gd name="connsiteX83" fmla="*/ 1140949 w 1521268"/>
              <a:gd name="connsiteY83" fmla="*/ 253544 h 8873725"/>
              <a:gd name="connsiteX84" fmla="*/ 887402 w 1521268"/>
              <a:gd name="connsiteY84" fmla="*/ 253544 h 8873725"/>
              <a:gd name="connsiteX85" fmla="*/ 887402 w 1521268"/>
              <a:gd name="connsiteY85" fmla="*/ 0 h 8873725"/>
              <a:gd name="connsiteX86" fmla="*/ 1271971 w 1521268"/>
              <a:gd name="connsiteY86" fmla="*/ 0 h 8873725"/>
              <a:gd name="connsiteX87" fmla="*/ 1521268 w 1521268"/>
              <a:gd name="connsiteY87" fmla="*/ 3803119 h 8873725"/>
              <a:gd name="connsiteX88" fmla="*/ 1521268 w 1521268"/>
              <a:gd name="connsiteY88" fmla="*/ 4563744 h 8873725"/>
              <a:gd name="connsiteX89" fmla="*/ 1267719 w 1521268"/>
              <a:gd name="connsiteY89" fmla="*/ 4817293 h 8873725"/>
              <a:gd name="connsiteX90" fmla="*/ 1259297 w 1521268"/>
              <a:gd name="connsiteY90" fmla="*/ 4817293 h 8873725"/>
              <a:gd name="connsiteX91" fmla="*/ 1259297 w 1521268"/>
              <a:gd name="connsiteY91" fmla="*/ 4447058 h 8873725"/>
              <a:gd name="connsiteX92" fmla="*/ 1269034 w 1521268"/>
              <a:gd name="connsiteY92" fmla="*/ 4437320 h 8873725"/>
              <a:gd name="connsiteX93" fmla="*/ 1269034 w 1521268"/>
              <a:gd name="connsiteY93" fmla="*/ 4056657 h 8873725"/>
              <a:gd name="connsiteX94" fmla="*/ 1090471 w 1521268"/>
              <a:gd name="connsiteY94" fmla="*/ 4056657 h 8873725"/>
              <a:gd name="connsiteX95" fmla="*/ 836934 w 1521268"/>
              <a:gd name="connsiteY95" fmla="*/ 3803119 h 8873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</a:cxnLst>
            <a:rect l="l" t="t" r="r" b="b"/>
            <a:pathLst>
              <a:path w="1521268" h="8873725">
                <a:moveTo>
                  <a:pt x="143283" y="870891"/>
                </a:moveTo>
                <a:lnTo>
                  <a:pt x="143283" y="1014173"/>
                </a:lnTo>
                <a:lnTo>
                  <a:pt x="0" y="1014173"/>
                </a:lnTo>
                <a:close/>
                <a:moveTo>
                  <a:pt x="143283" y="0"/>
                </a:moveTo>
                <a:lnTo>
                  <a:pt x="143283" y="143282"/>
                </a:lnTo>
                <a:lnTo>
                  <a:pt x="0" y="0"/>
                </a:lnTo>
                <a:close/>
                <a:moveTo>
                  <a:pt x="633858" y="2028350"/>
                </a:moveTo>
                <a:lnTo>
                  <a:pt x="633858" y="2281893"/>
                </a:lnTo>
                <a:lnTo>
                  <a:pt x="324257" y="2281893"/>
                </a:lnTo>
                <a:lnTo>
                  <a:pt x="324257" y="2028341"/>
                </a:lnTo>
                <a:lnTo>
                  <a:pt x="380307" y="2028341"/>
                </a:lnTo>
                <a:lnTo>
                  <a:pt x="380317" y="2028350"/>
                </a:lnTo>
                <a:close/>
                <a:moveTo>
                  <a:pt x="633859" y="2535433"/>
                </a:moveTo>
                <a:lnTo>
                  <a:pt x="633859" y="2788977"/>
                </a:lnTo>
                <a:lnTo>
                  <a:pt x="380321" y="2788977"/>
                </a:lnTo>
                <a:lnTo>
                  <a:pt x="324258" y="2845040"/>
                </a:lnTo>
                <a:lnTo>
                  <a:pt x="324258" y="2535433"/>
                </a:lnTo>
                <a:close/>
                <a:moveTo>
                  <a:pt x="633859" y="760631"/>
                </a:moveTo>
                <a:lnTo>
                  <a:pt x="633859" y="1014173"/>
                </a:lnTo>
                <a:lnTo>
                  <a:pt x="324258" y="1014173"/>
                </a:lnTo>
                <a:lnTo>
                  <a:pt x="324258" y="760631"/>
                </a:lnTo>
                <a:close/>
                <a:moveTo>
                  <a:pt x="633859" y="0"/>
                </a:moveTo>
                <a:lnTo>
                  <a:pt x="633859" y="253544"/>
                </a:lnTo>
                <a:lnTo>
                  <a:pt x="324258" y="253544"/>
                </a:lnTo>
                <a:lnTo>
                  <a:pt x="324258" y="0"/>
                </a:lnTo>
                <a:close/>
                <a:moveTo>
                  <a:pt x="700502" y="3803119"/>
                </a:moveTo>
                <a:lnTo>
                  <a:pt x="446999" y="4056622"/>
                </a:lnTo>
                <a:lnTo>
                  <a:pt x="257685" y="4056622"/>
                </a:lnTo>
                <a:lnTo>
                  <a:pt x="257603" y="4056540"/>
                </a:lnTo>
                <a:lnTo>
                  <a:pt x="51180" y="3850118"/>
                </a:lnTo>
                <a:lnTo>
                  <a:pt x="4183" y="3803119"/>
                </a:lnTo>
                <a:lnTo>
                  <a:pt x="4068" y="3803005"/>
                </a:lnTo>
                <a:lnTo>
                  <a:pt x="4068" y="3377096"/>
                </a:lnTo>
                <a:lnTo>
                  <a:pt x="257610" y="3630638"/>
                </a:lnTo>
                <a:lnTo>
                  <a:pt x="257610" y="3803119"/>
                </a:lnTo>
                <a:close/>
                <a:moveTo>
                  <a:pt x="839600" y="6589406"/>
                </a:moveTo>
                <a:lnTo>
                  <a:pt x="585925" y="6843081"/>
                </a:lnTo>
                <a:lnTo>
                  <a:pt x="384355" y="6843081"/>
                </a:lnTo>
                <a:lnTo>
                  <a:pt x="257612" y="6969824"/>
                </a:lnTo>
                <a:lnTo>
                  <a:pt x="257612" y="7041923"/>
                </a:lnTo>
                <a:lnTo>
                  <a:pt x="257612" y="7603580"/>
                </a:lnTo>
                <a:lnTo>
                  <a:pt x="1316" y="7603580"/>
                </a:lnTo>
                <a:lnTo>
                  <a:pt x="1316" y="6847769"/>
                </a:lnTo>
                <a:lnTo>
                  <a:pt x="259680" y="6589406"/>
                </a:lnTo>
                <a:close/>
                <a:moveTo>
                  <a:pt x="1197002" y="1267720"/>
                </a:moveTo>
                <a:lnTo>
                  <a:pt x="1197002" y="1522874"/>
                </a:lnTo>
                <a:lnTo>
                  <a:pt x="1142433" y="1522874"/>
                </a:lnTo>
                <a:lnTo>
                  <a:pt x="1140942" y="1521259"/>
                </a:lnTo>
                <a:lnTo>
                  <a:pt x="887401" y="1521259"/>
                </a:lnTo>
                <a:lnTo>
                  <a:pt x="887401" y="1267720"/>
                </a:lnTo>
                <a:close/>
                <a:moveTo>
                  <a:pt x="1204331" y="2535433"/>
                </a:moveTo>
                <a:lnTo>
                  <a:pt x="1204331" y="2852361"/>
                </a:lnTo>
                <a:lnTo>
                  <a:pt x="1140948" y="2788977"/>
                </a:lnTo>
                <a:lnTo>
                  <a:pt x="887402" y="2788977"/>
                </a:lnTo>
                <a:lnTo>
                  <a:pt x="887402" y="2535433"/>
                </a:lnTo>
                <a:close/>
                <a:moveTo>
                  <a:pt x="1211136" y="6589406"/>
                </a:moveTo>
                <a:lnTo>
                  <a:pt x="1211136" y="6843081"/>
                </a:lnTo>
                <a:lnTo>
                  <a:pt x="1019183" y="6843081"/>
                </a:lnTo>
                <a:lnTo>
                  <a:pt x="887403" y="6974862"/>
                </a:lnTo>
                <a:lnTo>
                  <a:pt x="887403" y="7041924"/>
                </a:lnTo>
                <a:lnTo>
                  <a:pt x="887403" y="7603580"/>
                </a:lnTo>
                <a:lnTo>
                  <a:pt x="622344" y="7603580"/>
                </a:lnTo>
                <a:lnTo>
                  <a:pt x="622344" y="7603446"/>
                </a:lnTo>
                <a:lnTo>
                  <a:pt x="622345" y="7603446"/>
                </a:lnTo>
                <a:lnTo>
                  <a:pt x="622345" y="6858121"/>
                </a:lnTo>
                <a:lnTo>
                  <a:pt x="891060" y="6589406"/>
                </a:lnTo>
                <a:close/>
                <a:moveTo>
                  <a:pt x="1229164" y="7859551"/>
                </a:moveTo>
                <a:lnTo>
                  <a:pt x="1229164" y="8205412"/>
                </a:lnTo>
                <a:lnTo>
                  <a:pt x="1143404" y="8113360"/>
                </a:lnTo>
                <a:lnTo>
                  <a:pt x="385746" y="8113360"/>
                </a:lnTo>
                <a:lnTo>
                  <a:pt x="269127" y="8238536"/>
                </a:lnTo>
                <a:lnTo>
                  <a:pt x="269127" y="8873725"/>
                </a:lnTo>
                <a:lnTo>
                  <a:pt x="1315" y="8873725"/>
                </a:lnTo>
                <a:lnTo>
                  <a:pt x="1315" y="8115817"/>
                </a:lnTo>
                <a:lnTo>
                  <a:pt x="257581" y="7859551"/>
                </a:lnTo>
                <a:close/>
                <a:moveTo>
                  <a:pt x="1521261" y="249289"/>
                </a:moveTo>
                <a:lnTo>
                  <a:pt x="1521261" y="760631"/>
                </a:lnTo>
                <a:lnTo>
                  <a:pt x="1267717" y="1014173"/>
                </a:lnTo>
                <a:lnTo>
                  <a:pt x="887402" y="1014173"/>
                </a:lnTo>
                <a:lnTo>
                  <a:pt x="887402" y="760631"/>
                </a:lnTo>
                <a:lnTo>
                  <a:pt x="1140937" y="760631"/>
                </a:lnTo>
                <a:lnTo>
                  <a:pt x="1267717" y="633849"/>
                </a:lnTo>
                <a:lnTo>
                  <a:pt x="1267717" y="380312"/>
                </a:lnTo>
                <a:lnTo>
                  <a:pt x="1140949" y="253544"/>
                </a:lnTo>
                <a:lnTo>
                  <a:pt x="887402" y="253544"/>
                </a:lnTo>
                <a:lnTo>
                  <a:pt x="887402" y="0"/>
                </a:lnTo>
                <a:lnTo>
                  <a:pt x="1271971" y="0"/>
                </a:lnTo>
                <a:close/>
                <a:moveTo>
                  <a:pt x="1521268" y="3803119"/>
                </a:moveTo>
                <a:lnTo>
                  <a:pt x="1521268" y="4563744"/>
                </a:lnTo>
                <a:lnTo>
                  <a:pt x="1267719" y="4817293"/>
                </a:lnTo>
                <a:lnTo>
                  <a:pt x="1259297" y="4817293"/>
                </a:lnTo>
                <a:lnTo>
                  <a:pt x="1259297" y="4447058"/>
                </a:lnTo>
                <a:lnTo>
                  <a:pt x="1269034" y="4437320"/>
                </a:lnTo>
                <a:lnTo>
                  <a:pt x="1269034" y="4056657"/>
                </a:lnTo>
                <a:lnTo>
                  <a:pt x="1090471" y="4056657"/>
                </a:lnTo>
                <a:lnTo>
                  <a:pt x="836934" y="3803119"/>
                </a:lnTo>
                <a:close/>
              </a:path>
            </a:pathLst>
          </a:custGeom>
        </p:spPr>
      </p:pic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CC1D25D8-0780-6519-2BE5-34C75AD86487}"/>
              </a:ext>
            </a:extLst>
          </p:cNvPr>
          <p:cNvSpPr/>
          <p:nvPr/>
        </p:nvSpPr>
        <p:spPr>
          <a:xfrm>
            <a:off x="5344753" y="2927349"/>
            <a:ext cx="1014174" cy="1259290"/>
          </a:xfrm>
          <a:custGeom>
            <a:avLst/>
            <a:gdLst>
              <a:gd name="connsiteX0" fmla="*/ 643939 w 1014174"/>
              <a:gd name="connsiteY0" fmla="*/ 0 h 1259290"/>
              <a:gd name="connsiteX1" fmla="*/ 1014174 w 1014174"/>
              <a:gd name="connsiteY1" fmla="*/ 0 h 1259290"/>
              <a:gd name="connsiteX2" fmla="*/ 1014174 w 1014174"/>
              <a:gd name="connsiteY2" fmla="*/ 239547 h 1259290"/>
              <a:gd name="connsiteX3" fmla="*/ 760953 w 1014174"/>
              <a:gd name="connsiteY3" fmla="*/ 492768 h 1259290"/>
              <a:gd name="connsiteX4" fmla="*/ 443608 w 1014174"/>
              <a:gd name="connsiteY4" fmla="*/ 492768 h 1259290"/>
              <a:gd name="connsiteX5" fmla="*/ 1014174 w 1014174"/>
              <a:gd name="connsiteY5" fmla="*/ 1063333 h 1259290"/>
              <a:gd name="connsiteX6" fmla="*/ 1014174 w 1014174"/>
              <a:gd name="connsiteY6" fmla="*/ 1259290 h 1259290"/>
              <a:gd name="connsiteX7" fmla="*/ 760590 w 1014174"/>
              <a:gd name="connsiteY7" fmla="*/ 1259290 h 1259290"/>
              <a:gd name="connsiteX8" fmla="*/ 253522 w 1014174"/>
              <a:gd name="connsiteY8" fmla="*/ 752222 h 1259290"/>
              <a:gd name="connsiteX9" fmla="*/ 253522 w 1014174"/>
              <a:gd name="connsiteY9" fmla="*/ 748872 h 1259290"/>
              <a:gd name="connsiteX10" fmla="*/ 0 w 1014174"/>
              <a:gd name="connsiteY10" fmla="*/ 495350 h 1259290"/>
              <a:gd name="connsiteX11" fmla="*/ 0 w 1014174"/>
              <a:gd name="connsiteY11" fmla="*/ 493998 h 1259290"/>
              <a:gd name="connsiteX12" fmla="*/ 2215 w 1014174"/>
              <a:gd name="connsiteY12" fmla="*/ 493998 h 1259290"/>
              <a:gd name="connsiteX13" fmla="*/ 255139 w 1014174"/>
              <a:gd name="connsiteY13" fmla="*/ 241074 h 1259290"/>
              <a:gd name="connsiteX14" fmla="*/ 634023 w 1014174"/>
              <a:gd name="connsiteY14" fmla="*/ 241074 h 1259290"/>
              <a:gd name="connsiteX15" fmla="*/ 759518 w 1014174"/>
              <a:gd name="connsiteY15" fmla="*/ 115579 h 12592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014174" h="1259290">
                <a:moveTo>
                  <a:pt x="643939" y="0"/>
                </a:moveTo>
                <a:lnTo>
                  <a:pt x="1014174" y="0"/>
                </a:lnTo>
                <a:lnTo>
                  <a:pt x="1014174" y="239547"/>
                </a:lnTo>
                <a:lnTo>
                  <a:pt x="760953" y="492768"/>
                </a:lnTo>
                <a:lnTo>
                  <a:pt x="443608" y="492768"/>
                </a:lnTo>
                <a:lnTo>
                  <a:pt x="1014174" y="1063333"/>
                </a:lnTo>
                <a:lnTo>
                  <a:pt x="1014174" y="1259290"/>
                </a:lnTo>
                <a:lnTo>
                  <a:pt x="760590" y="1259290"/>
                </a:lnTo>
                <a:lnTo>
                  <a:pt x="253522" y="752222"/>
                </a:lnTo>
                <a:lnTo>
                  <a:pt x="253522" y="748872"/>
                </a:lnTo>
                <a:lnTo>
                  <a:pt x="0" y="495350"/>
                </a:lnTo>
                <a:lnTo>
                  <a:pt x="0" y="493998"/>
                </a:lnTo>
                <a:lnTo>
                  <a:pt x="2215" y="493998"/>
                </a:lnTo>
                <a:lnTo>
                  <a:pt x="255139" y="241074"/>
                </a:lnTo>
                <a:lnTo>
                  <a:pt x="634023" y="241074"/>
                </a:lnTo>
                <a:lnTo>
                  <a:pt x="759518" y="11557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PH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21CAB367-3932-4BAC-A4C1-A2BCE8ED28DD}"/>
              </a:ext>
            </a:extLst>
          </p:cNvPr>
          <p:cNvSpPr/>
          <p:nvPr/>
        </p:nvSpPr>
        <p:spPr>
          <a:xfrm>
            <a:off x="781002" y="2665385"/>
            <a:ext cx="1014174" cy="1521261"/>
          </a:xfrm>
          <a:custGeom>
            <a:avLst/>
            <a:gdLst>
              <a:gd name="connsiteX0" fmla="*/ 360000 w 1440000"/>
              <a:gd name="connsiteY0" fmla="*/ 1227709 h 2160000"/>
              <a:gd name="connsiteX1" fmla="*/ 360000 w 1440000"/>
              <a:gd name="connsiteY1" fmla="*/ 1620004 h 2160000"/>
              <a:gd name="connsiteX2" fmla="*/ 539996 w 1440000"/>
              <a:gd name="connsiteY2" fmla="*/ 1800000 h 2160000"/>
              <a:gd name="connsiteX3" fmla="*/ 1440000 w 1440000"/>
              <a:gd name="connsiteY3" fmla="*/ 1800000 h 2160000"/>
              <a:gd name="connsiteX4" fmla="*/ 1080000 w 1440000"/>
              <a:gd name="connsiteY4" fmla="*/ 2160000 h 2160000"/>
              <a:gd name="connsiteX5" fmla="*/ 360000 w 1440000"/>
              <a:gd name="connsiteY5" fmla="*/ 2160000 h 2160000"/>
              <a:gd name="connsiteX6" fmla="*/ 0 w 1440000"/>
              <a:gd name="connsiteY6" fmla="*/ 1800000 h 2160000"/>
              <a:gd name="connsiteX7" fmla="*/ 0 w 1440000"/>
              <a:gd name="connsiteY7" fmla="*/ 1230235 h 2160000"/>
              <a:gd name="connsiteX8" fmla="*/ 17796 w 1440000"/>
              <a:gd name="connsiteY8" fmla="*/ 1236164 h 2160000"/>
              <a:gd name="connsiteX9" fmla="*/ 176209 w 1440000"/>
              <a:gd name="connsiteY9" fmla="*/ 1711643 h 2160000"/>
              <a:gd name="connsiteX10" fmla="*/ 334622 w 1440000"/>
              <a:gd name="connsiteY10" fmla="*/ 1236164 h 2160000"/>
              <a:gd name="connsiteX11" fmla="*/ 360000 w 1440000"/>
              <a:gd name="connsiteY11" fmla="*/ 0 h 2160000"/>
              <a:gd name="connsiteX12" fmla="*/ 360000 w 1440000"/>
              <a:gd name="connsiteY12" fmla="*/ 927793 h 2160000"/>
              <a:gd name="connsiteX13" fmla="*/ 334622 w 1440000"/>
              <a:gd name="connsiteY13" fmla="*/ 919338 h 2160000"/>
              <a:gd name="connsiteX14" fmla="*/ 176209 w 1440000"/>
              <a:gd name="connsiteY14" fmla="*/ 443859 h 2160000"/>
              <a:gd name="connsiteX15" fmla="*/ 17796 w 1440000"/>
              <a:gd name="connsiteY15" fmla="*/ 919338 h 2160000"/>
              <a:gd name="connsiteX16" fmla="*/ 0 w 1440000"/>
              <a:gd name="connsiteY16" fmla="*/ 925267 h 2160000"/>
              <a:gd name="connsiteX17" fmla="*/ 0 w 1440000"/>
              <a:gd name="connsiteY17" fmla="*/ 360000 h 216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440000" h="2160000">
                <a:moveTo>
                  <a:pt x="360000" y="1227709"/>
                </a:moveTo>
                <a:lnTo>
                  <a:pt x="360000" y="1620004"/>
                </a:lnTo>
                <a:lnTo>
                  <a:pt x="539996" y="1800000"/>
                </a:lnTo>
                <a:lnTo>
                  <a:pt x="1440000" y="1800000"/>
                </a:lnTo>
                <a:lnTo>
                  <a:pt x="1080000" y="2160000"/>
                </a:lnTo>
                <a:lnTo>
                  <a:pt x="360000" y="2160000"/>
                </a:lnTo>
                <a:lnTo>
                  <a:pt x="0" y="1800000"/>
                </a:lnTo>
                <a:lnTo>
                  <a:pt x="0" y="1230235"/>
                </a:lnTo>
                <a:lnTo>
                  <a:pt x="17796" y="1236164"/>
                </a:lnTo>
                <a:lnTo>
                  <a:pt x="176209" y="1711643"/>
                </a:lnTo>
                <a:lnTo>
                  <a:pt x="334622" y="1236164"/>
                </a:lnTo>
                <a:close/>
                <a:moveTo>
                  <a:pt x="360000" y="0"/>
                </a:moveTo>
                <a:lnTo>
                  <a:pt x="360000" y="927793"/>
                </a:lnTo>
                <a:lnTo>
                  <a:pt x="334622" y="919338"/>
                </a:lnTo>
                <a:lnTo>
                  <a:pt x="176209" y="443859"/>
                </a:lnTo>
                <a:lnTo>
                  <a:pt x="17796" y="919338"/>
                </a:lnTo>
                <a:lnTo>
                  <a:pt x="0" y="925267"/>
                </a:lnTo>
                <a:lnTo>
                  <a:pt x="0" y="360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PH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A79FE7CB-7A5D-D769-1753-1117C9DDB48E}"/>
              </a:ext>
            </a:extLst>
          </p:cNvPr>
          <p:cNvSpPr/>
          <p:nvPr/>
        </p:nvSpPr>
        <p:spPr>
          <a:xfrm>
            <a:off x="642005" y="3640682"/>
            <a:ext cx="250445" cy="545611"/>
          </a:xfrm>
          <a:custGeom>
            <a:avLst/>
            <a:gdLst>
              <a:gd name="connsiteX0" fmla="*/ 355600 w 355600"/>
              <a:gd name="connsiteY0" fmla="*/ 774700 h 774700"/>
              <a:gd name="connsiteX1" fmla="*/ 0 w 355600"/>
              <a:gd name="connsiteY1" fmla="*/ 419100 h 774700"/>
              <a:gd name="connsiteX2" fmla="*/ 0 w 355600"/>
              <a:gd name="connsiteY2" fmla="*/ 0 h 774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55600" h="774700">
                <a:moveTo>
                  <a:pt x="355600" y="774700"/>
                </a:moveTo>
                <a:lnTo>
                  <a:pt x="0" y="419100"/>
                </a:lnTo>
                <a:lnTo>
                  <a:pt x="0" y="0"/>
                </a:ln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ABDA1DFB-133A-9532-4D4E-DD7D245423D7}"/>
              </a:ext>
            </a:extLst>
          </p:cNvPr>
          <p:cNvSpPr/>
          <p:nvPr/>
        </p:nvSpPr>
        <p:spPr>
          <a:xfrm>
            <a:off x="543617" y="3819571"/>
            <a:ext cx="232556" cy="375667"/>
          </a:xfrm>
          <a:custGeom>
            <a:avLst/>
            <a:gdLst>
              <a:gd name="connsiteX0" fmla="*/ 330200 w 330200"/>
              <a:gd name="connsiteY0" fmla="*/ 533400 h 533400"/>
              <a:gd name="connsiteX1" fmla="*/ 0 w 330200"/>
              <a:gd name="connsiteY1" fmla="*/ 203200 h 533400"/>
              <a:gd name="connsiteX2" fmla="*/ 0 w 330200"/>
              <a:gd name="connsiteY2" fmla="*/ 0 h 53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30200" h="533400">
                <a:moveTo>
                  <a:pt x="330200" y="533400"/>
                </a:moveTo>
                <a:lnTo>
                  <a:pt x="0" y="203200"/>
                </a:lnTo>
                <a:lnTo>
                  <a:pt x="0" y="0"/>
                </a:ln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E049BE1-0F11-D6A8-E551-6B7A6C21F138}"/>
              </a:ext>
            </a:extLst>
          </p:cNvPr>
          <p:cNvSpPr/>
          <p:nvPr/>
        </p:nvSpPr>
        <p:spPr>
          <a:xfrm>
            <a:off x="603987" y="3564302"/>
            <a:ext cx="76028" cy="76028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F6F1610B-CEC8-00AE-DA74-D5804CC4E04D}"/>
              </a:ext>
            </a:extLst>
          </p:cNvPr>
          <p:cNvSpPr/>
          <p:nvPr/>
        </p:nvSpPr>
        <p:spPr>
          <a:xfrm>
            <a:off x="508955" y="3742945"/>
            <a:ext cx="76028" cy="76028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FEF7A4D0-5D99-3AF7-2256-479107A68850}"/>
              </a:ext>
            </a:extLst>
          </p:cNvPr>
          <p:cNvSpPr/>
          <p:nvPr/>
        </p:nvSpPr>
        <p:spPr>
          <a:xfrm>
            <a:off x="586305" y="3114078"/>
            <a:ext cx="4640539" cy="623875"/>
          </a:xfrm>
          <a:custGeom>
            <a:avLst/>
            <a:gdLst>
              <a:gd name="connsiteX0" fmla="*/ 4540762 w 4640539"/>
              <a:gd name="connsiteY0" fmla="*/ 278578 h 623875"/>
              <a:gd name="connsiteX1" fmla="*/ 4592566 w 4640539"/>
              <a:gd name="connsiteY1" fmla="*/ 278578 h 623875"/>
              <a:gd name="connsiteX2" fmla="*/ 4640539 w 4640539"/>
              <a:gd name="connsiteY2" fmla="*/ 307778 h 623875"/>
              <a:gd name="connsiteX3" fmla="*/ 4598311 w 4640539"/>
              <a:gd name="connsiteY3" fmla="*/ 341964 h 623875"/>
              <a:gd name="connsiteX4" fmla="*/ 4540762 w 4640539"/>
              <a:gd name="connsiteY4" fmla="*/ 341964 h 623875"/>
              <a:gd name="connsiteX5" fmla="*/ 311937 w 4640539"/>
              <a:gd name="connsiteY5" fmla="*/ 0 h 623875"/>
              <a:gd name="connsiteX6" fmla="*/ 381167 w 4640539"/>
              <a:gd name="connsiteY6" fmla="*/ 242708 h 623875"/>
              <a:gd name="connsiteX7" fmla="*/ 506919 w 4640539"/>
              <a:gd name="connsiteY7" fmla="*/ 278578 h 623875"/>
              <a:gd name="connsiteX8" fmla="*/ 4114947 w 4640539"/>
              <a:gd name="connsiteY8" fmla="*/ 278578 h 623875"/>
              <a:gd name="connsiteX9" fmla="*/ 4114947 w 4640539"/>
              <a:gd name="connsiteY9" fmla="*/ 341964 h 623875"/>
              <a:gd name="connsiteX10" fmla="*/ 518609 w 4640539"/>
              <a:gd name="connsiteY10" fmla="*/ 341964 h 623875"/>
              <a:gd name="connsiteX11" fmla="*/ 381167 w 4640539"/>
              <a:gd name="connsiteY11" fmla="*/ 381167 h 623875"/>
              <a:gd name="connsiteX12" fmla="*/ 311937 w 4640539"/>
              <a:gd name="connsiteY12" fmla="*/ 623875 h 623875"/>
              <a:gd name="connsiteX13" fmla="*/ 242708 w 4640539"/>
              <a:gd name="connsiteY13" fmla="*/ 381167 h 623875"/>
              <a:gd name="connsiteX14" fmla="*/ 0 w 4640539"/>
              <a:gd name="connsiteY14" fmla="*/ 311938 h 623875"/>
              <a:gd name="connsiteX15" fmla="*/ 242708 w 4640539"/>
              <a:gd name="connsiteY15" fmla="*/ 242708 h 623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640539" h="623875">
                <a:moveTo>
                  <a:pt x="4540762" y="278578"/>
                </a:moveTo>
                <a:lnTo>
                  <a:pt x="4592566" y="278578"/>
                </a:lnTo>
                <a:lnTo>
                  <a:pt x="4640539" y="307778"/>
                </a:lnTo>
                <a:lnTo>
                  <a:pt x="4598311" y="341964"/>
                </a:lnTo>
                <a:lnTo>
                  <a:pt x="4540762" y="341964"/>
                </a:lnTo>
                <a:close/>
                <a:moveTo>
                  <a:pt x="311937" y="0"/>
                </a:moveTo>
                <a:lnTo>
                  <a:pt x="381167" y="242708"/>
                </a:lnTo>
                <a:lnTo>
                  <a:pt x="506919" y="278578"/>
                </a:lnTo>
                <a:lnTo>
                  <a:pt x="4114947" y="278578"/>
                </a:lnTo>
                <a:lnTo>
                  <a:pt x="4114947" y="341964"/>
                </a:lnTo>
                <a:lnTo>
                  <a:pt x="518609" y="341964"/>
                </a:lnTo>
                <a:lnTo>
                  <a:pt x="381167" y="381167"/>
                </a:lnTo>
                <a:lnTo>
                  <a:pt x="311937" y="623875"/>
                </a:lnTo>
                <a:lnTo>
                  <a:pt x="242708" y="381167"/>
                </a:lnTo>
                <a:lnTo>
                  <a:pt x="0" y="311938"/>
                </a:lnTo>
                <a:lnTo>
                  <a:pt x="242708" y="24270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PH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67828081-2293-3AE6-6CEB-B5537CFCC39D}"/>
              </a:ext>
            </a:extLst>
          </p:cNvPr>
          <p:cNvSpPr/>
          <p:nvPr/>
        </p:nvSpPr>
        <p:spPr>
          <a:xfrm flipH="1" flipV="1">
            <a:off x="6358919" y="2665378"/>
            <a:ext cx="1014174" cy="1521261"/>
          </a:xfrm>
          <a:custGeom>
            <a:avLst/>
            <a:gdLst>
              <a:gd name="connsiteX0" fmla="*/ 1080000 w 1440000"/>
              <a:gd name="connsiteY0" fmla="*/ 2160000 h 2160000"/>
              <a:gd name="connsiteX1" fmla="*/ 360000 w 1440000"/>
              <a:gd name="connsiteY1" fmla="*/ 2160000 h 2160000"/>
              <a:gd name="connsiteX2" fmla="*/ 0 w 1440000"/>
              <a:gd name="connsiteY2" fmla="*/ 1800000 h 2160000"/>
              <a:gd name="connsiteX3" fmla="*/ 0 w 1440000"/>
              <a:gd name="connsiteY3" fmla="*/ 360000 h 2160000"/>
              <a:gd name="connsiteX4" fmla="*/ 360000 w 1440000"/>
              <a:gd name="connsiteY4" fmla="*/ 0 h 2160000"/>
              <a:gd name="connsiteX5" fmla="*/ 360000 w 1440000"/>
              <a:gd name="connsiteY5" fmla="*/ 1616695 h 2160000"/>
              <a:gd name="connsiteX6" fmla="*/ 543305 w 1440000"/>
              <a:gd name="connsiteY6" fmla="*/ 1800000 h 2160000"/>
              <a:gd name="connsiteX7" fmla="*/ 1440000 w 1440000"/>
              <a:gd name="connsiteY7" fmla="*/ 1800000 h 216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440000" h="2160000">
                <a:moveTo>
                  <a:pt x="1080000" y="2160000"/>
                </a:moveTo>
                <a:lnTo>
                  <a:pt x="360000" y="2160000"/>
                </a:lnTo>
                <a:lnTo>
                  <a:pt x="0" y="1800000"/>
                </a:lnTo>
                <a:lnTo>
                  <a:pt x="0" y="360000"/>
                </a:lnTo>
                <a:lnTo>
                  <a:pt x="360000" y="0"/>
                </a:lnTo>
                <a:lnTo>
                  <a:pt x="360000" y="1616695"/>
                </a:lnTo>
                <a:lnTo>
                  <a:pt x="543305" y="1800000"/>
                </a:lnTo>
                <a:lnTo>
                  <a:pt x="1440000" y="1800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PH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BA4FA47B-C409-C328-CFC9-9480CF934B35}"/>
              </a:ext>
            </a:extLst>
          </p:cNvPr>
          <p:cNvSpPr/>
          <p:nvPr/>
        </p:nvSpPr>
        <p:spPr>
          <a:xfrm flipH="1" flipV="1">
            <a:off x="10668871" y="2664070"/>
            <a:ext cx="1014174" cy="1521261"/>
          </a:xfrm>
          <a:custGeom>
            <a:avLst/>
            <a:gdLst>
              <a:gd name="connsiteX0" fmla="*/ 1440000 w 1440000"/>
              <a:gd name="connsiteY0" fmla="*/ 1212509 h 2160000"/>
              <a:gd name="connsiteX1" fmla="*/ 1080002 w 1440000"/>
              <a:gd name="connsiteY1" fmla="*/ 852511 h 2160000"/>
              <a:gd name="connsiteX2" fmla="*/ 1080002 w 1440000"/>
              <a:gd name="connsiteY2" fmla="*/ 0 h 2160000"/>
              <a:gd name="connsiteX3" fmla="*/ 1440000 w 1440000"/>
              <a:gd name="connsiteY3" fmla="*/ 0 h 2160000"/>
              <a:gd name="connsiteX4" fmla="*/ 0 w 1440000"/>
              <a:gd name="connsiteY4" fmla="*/ 1218478 h 2160000"/>
              <a:gd name="connsiteX5" fmla="*/ 0 w 1440000"/>
              <a:gd name="connsiteY5" fmla="*/ 0 h 2160000"/>
              <a:gd name="connsiteX6" fmla="*/ 360003 w 1440000"/>
              <a:gd name="connsiteY6" fmla="*/ 0 h 2160000"/>
              <a:gd name="connsiteX7" fmla="*/ 360003 w 1440000"/>
              <a:gd name="connsiteY7" fmla="*/ 858475 h 2160000"/>
              <a:gd name="connsiteX8" fmla="*/ 1440000 w 1440000"/>
              <a:gd name="connsiteY8" fmla="*/ 2160000 h 2160000"/>
              <a:gd name="connsiteX9" fmla="*/ 1433732 w 1440000"/>
              <a:gd name="connsiteY9" fmla="*/ 2160000 h 2160000"/>
              <a:gd name="connsiteX10" fmla="*/ 1081369 w 1440000"/>
              <a:gd name="connsiteY10" fmla="*/ 1807637 h 2160000"/>
              <a:gd name="connsiteX11" fmla="*/ 1081369 w 1440000"/>
              <a:gd name="connsiteY11" fmla="*/ 1465574 h 2160000"/>
              <a:gd name="connsiteX12" fmla="*/ 896985 w 1440000"/>
              <a:gd name="connsiteY12" fmla="*/ 1265993 h 2160000"/>
              <a:gd name="connsiteX13" fmla="*/ 528275 w 1440000"/>
              <a:gd name="connsiteY13" fmla="*/ 1265993 h 2160000"/>
              <a:gd name="connsiteX14" fmla="*/ 361370 w 1440000"/>
              <a:gd name="connsiteY14" fmla="*/ 1446655 h 2160000"/>
              <a:gd name="connsiteX15" fmla="*/ 361370 w 1440000"/>
              <a:gd name="connsiteY15" fmla="*/ 2160000 h 2160000"/>
              <a:gd name="connsiteX16" fmla="*/ 0 w 1440000"/>
              <a:gd name="connsiteY16" fmla="*/ 2160000 h 2160000"/>
              <a:gd name="connsiteX17" fmla="*/ 0 w 1440000"/>
              <a:gd name="connsiteY17" fmla="*/ 1275628 h 2160000"/>
              <a:gd name="connsiteX18" fmla="*/ 367825 w 1440000"/>
              <a:gd name="connsiteY18" fmla="*/ 907803 h 2160000"/>
              <a:gd name="connsiteX19" fmla="*/ 1078144 w 1440000"/>
              <a:gd name="connsiteY19" fmla="*/ 907803 h 2160000"/>
              <a:gd name="connsiteX20" fmla="*/ 1440000 w 1440000"/>
              <a:gd name="connsiteY20" fmla="*/ 1269659 h 216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1440000" h="2160000">
                <a:moveTo>
                  <a:pt x="1440000" y="1212509"/>
                </a:moveTo>
                <a:lnTo>
                  <a:pt x="1080002" y="852511"/>
                </a:lnTo>
                <a:lnTo>
                  <a:pt x="1080002" y="0"/>
                </a:lnTo>
                <a:lnTo>
                  <a:pt x="1440000" y="0"/>
                </a:lnTo>
                <a:close/>
                <a:moveTo>
                  <a:pt x="0" y="1218478"/>
                </a:moveTo>
                <a:lnTo>
                  <a:pt x="0" y="0"/>
                </a:lnTo>
                <a:lnTo>
                  <a:pt x="360003" y="0"/>
                </a:lnTo>
                <a:lnTo>
                  <a:pt x="360003" y="858475"/>
                </a:lnTo>
                <a:close/>
                <a:moveTo>
                  <a:pt x="1440000" y="2160000"/>
                </a:moveTo>
                <a:lnTo>
                  <a:pt x="1433732" y="2160000"/>
                </a:lnTo>
                <a:lnTo>
                  <a:pt x="1081369" y="1807637"/>
                </a:lnTo>
                <a:lnTo>
                  <a:pt x="1081369" y="1465574"/>
                </a:lnTo>
                <a:lnTo>
                  <a:pt x="896985" y="1265993"/>
                </a:lnTo>
                <a:lnTo>
                  <a:pt x="528275" y="1265993"/>
                </a:lnTo>
                <a:lnTo>
                  <a:pt x="361370" y="1446655"/>
                </a:lnTo>
                <a:lnTo>
                  <a:pt x="361370" y="2160000"/>
                </a:lnTo>
                <a:lnTo>
                  <a:pt x="0" y="2160000"/>
                </a:lnTo>
                <a:lnTo>
                  <a:pt x="0" y="1275628"/>
                </a:lnTo>
                <a:lnTo>
                  <a:pt x="367825" y="907803"/>
                </a:lnTo>
                <a:lnTo>
                  <a:pt x="1078144" y="907803"/>
                </a:lnTo>
                <a:lnTo>
                  <a:pt x="1440000" y="126965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PH"/>
          </a:p>
        </p:txBody>
      </p:sp>
      <p:sp>
        <p:nvSpPr>
          <p:cNvPr id="56" name="Freeform: Shape 55">
            <a:extLst>
              <a:ext uri="{FF2B5EF4-FFF2-40B4-BE49-F238E27FC236}">
                <a16:creationId xmlns:a16="http://schemas.microsoft.com/office/drawing/2014/main" id="{61D922CE-815A-015F-8F3B-FF0481E0D977}"/>
              </a:ext>
            </a:extLst>
          </p:cNvPr>
          <p:cNvSpPr/>
          <p:nvPr/>
        </p:nvSpPr>
        <p:spPr>
          <a:xfrm>
            <a:off x="2302253" y="2665385"/>
            <a:ext cx="2788987" cy="1521261"/>
          </a:xfrm>
          <a:custGeom>
            <a:avLst/>
            <a:gdLst>
              <a:gd name="connsiteX0" fmla="*/ 1267721 w 2788987"/>
              <a:gd name="connsiteY0" fmla="*/ 1258915 h 1521261"/>
              <a:gd name="connsiteX1" fmla="*/ 1521274 w 2788987"/>
              <a:gd name="connsiteY1" fmla="*/ 1258915 h 1521261"/>
              <a:gd name="connsiteX2" fmla="*/ 1521274 w 2788987"/>
              <a:gd name="connsiteY2" fmla="*/ 1267718 h 1521261"/>
              <a:gd name="connsiteX3" fmla="*/ 1267731 w 2788987"/>
              <a:gd name="connsiteY3" fmla="*/ 1521261 h 1521261"/>
              <a:gd name="connsiteX4" fmla="*/ 507100 w 2788987"/>
              <a:gd name="connsiteY4" fmla="*/ 1521261 h 1521261"/>
              <a:gd name="connsiteX5" fmla="*/ 507100 w 2788987"/>
              <a:gd name="connsiteY5" fmla="*/ 1521259 h 1521261"/>
              <a:gd name="connsiteX6" fmla="*/ 253542 w 2788987"/>
              <a:gd name="connsiteY6" fmla="*/ 1521259 h 1521261"/>
              <a:gd name="connsiteX7" fmla="*/ 0 w 2788987"/>
              <a:gd name="connsiteY7" fmla="*/ 1267718 h 1521261"/>
              <a:gd name="connsiteX8" fmla="*/ 0 w 2788987"/>
              <a:gd name="connsiteY8" fmla="*/ 1267717 h 1521261"/>
              <a:gd name="connsiteX9" fmla="*/ 1014184 w 2788987"/>
              <a:gd name="connsiteY9" fmla="*/ 1267717 h 1521261"/>
              <a:gd name="connsiteX10" fmla="*/ 1014184 w 2788987"/>
              <a:gd name="connsiteY10" fmla="*/ 1267718 h 1521261"/>
              <a:gd name="connsiteX11" fmla="*/ 1135833 w 2788987"/>
              <a:gd name="connsiteY11" fmla="*/ 1267718 h 1521261"/>
              <a:gd name="connsiteX12" fmla="*/ 1137560 w 2788987"/>
              <a:gd name="connsiteY12" fmla="*/ 1266058 h 1521261"/>
              <a:gd name="connsiteX13" fmla="*/ 1267721 w 2788987"/>
              <a:gd name="connsiteY13" fmla="*/ 1266058 h 1521261"/>
              <a:gd name="connsiteX14" fmla="*/ 760639 w 2788987"/>
              <a:gd name="connsiteY14" fmla="*/ 0 h 1521261"/>
              <a:gd name="connsiteX15" fmla="*/ 1521274 w 2788987"/>
              <a:gd name="connsiteY15" fmla="*/ 0 h 1521261"/>
              <a:gd name="connsiteX16" fmla="*/ 1521274 w 2788987"/>
              <a:gd name="connsiteY16" fmla="*/ 2745 h 1521261"/>
              <a:gd name="connsiteX17" fmla="*/ 1774813 w 2788987"/>
              <a:gd name="connsiteY17" fmla="*/ 2745 h 1521261"/>
              <a:gd name="connsiteX18" fmla="*/ 1774813 w 2788987"/>
              <a:gd name="connsiteY18" fmla="*/ 0 h 1521261"/>
              <a:gd name="connsiteX19" fmla="*/ 2535433 w 2788987"/>
              <a:gd name="connsiteY19" fmla="*/ 0 h 1521261"/>
              <a:gd name="connsiteX20" fmla="*/ 2788987 w 2788987"/>
              <a:gd name="connsiteY20" fmla="*/ 253554 h 1521261"/>
              <a:gd name="connsiteX21" fmla="*/ 2788987 w 2788987"/>
              <a:gd name="connsiteY21" fmla="*/ 1267716 h 1521261"/>
              <a:gd name="connsiteX22" fmla="*/ 2535442 w 2788987"/>
              <a:gd name="connsiteY22" fmla="*/ 1521261 h 1521261"/>
              <a:gd name="connsiteX23" fmla="*/ 2028354 w 2788987"/>
              <a:gd name="connsiteY23" fmla="*/ 1521261 h 1521261"/>
              <a:gd name="connsiteX24" fmla="*/ 1774813 w 2788987"/>
              <a:gd name="connsiteY24" fmla="*/ 1267721 h 1521261"/>
              <a:gd name="connsiteX25" fmla="*/ 1774813 w 2788987"/>
              <a:gd name="connsiteY25" fmla="*/ 1258915 h 1521261"/>
              <a:gd name="connsiteX26" fmla="*/ 2146331 w 2788987"/>
              <a:gd name="connsiteY26" fmla="*/ 1258915 h 1521261"/>
              <a:gd name="connsiteX27" fmla="*/ 2155130 w 2788987"/>
              <a:gd name="connsiteY27" fmla="*/ 1267714 h 1521261"/>
              <a:gd name="connsiteX28" fmla="*/ 2408668 w 2788987"/>
              <a:gd name="connsiteY28" fmla="*/ 1267714 h 1521261"/>
              <a:gd name="connsiteX29" fmla="*/ 2535443 w 2788987"/>
              <a:gd name="connsiteY29" fmla="*/ 1140940 h 1521261"/>
              <a:gd name="connsiteX30" fmla="*/ 2535443 w 2788987"/>
              <a:gd name="connsiteY30" fmla="*/ 380323 h 1521261"/>
              <a:gd name="connsiteX31" fmla="*/ 2408660 w 2788987"/>
              <a:gd name="connsiteY31" fmla="*/ 253540 h 1521261"/>
              <a:gd name="connsiteX32" fmla="*/ 2155129 w 2788987"/>
              <a:gd name="connsiteY32" fmla="*/ 253540 h 1521261"/>
              <a:gd name="connsiteX33" fmla="*/ 2155126 w 2788987"/>
              <a:gd name="connsiteY33" fmla="*/ 253544 h 1521261"/>
              <a:gd name="connsiteX34" fmla="*/ 2026409 w 2788987"/>
              <a:gd name="connsiteY34" fmla="*/ 253544 h 1521261"/>
              <a:gd name="connsiteX35" fmla="*/ 2026409 w 2788987"/>
              <a:gd name="connsiteY35" fmla="*/ 256287 h 1521261"/>
              <a:gd name="connsiteX36" fmla="*/ 1265784 w 2788987"/>
              <a:gd name="connsiteY36" fmla="*/ 256287 h 1521261"/>
              <a:gd name="connsiteX37" fmla="*/ 1265784 w 2788987"/>
              <a:gd name="connsiteY37" fmla="*/ 253544 h 1521261"/>
              <a:gd name="connsiteX38" fmla="*/ 897991 w 2788987"/>
              <a:gd name="connsiteY38" fmla="*/ 253544 h 1521261"/>
              <a:gd name="connsiteX39" fmla="*/ 897213 w 2788987"/>
              <a:gd name="connsiteY39" fmla="*/ 254262 h 1521261"/>
              <a:gd name="connsiteX40" fmla="*/ 762255 w 2788987"/>
              <a:gd name="connsiteY40" fmla="*/ 254262 h 1521261"/>
              <a:gd name="connsiteX41" fmla="*/ 762255 w 2788987"/>
              <a:gd name="connsiteY41" fmla="*/ 261965 h 1521261"/>
              <a:gd name="connsiteX42" fmla="*/ 507100 w 2788987"/>
              <a:gd name="connsiteY42" fmla="*/ 261965 h 1521261"/>
              <a:gd name="connsiteX43" fmla="*/ 507100 w 2788987"/>
              <a:gd name="connsiteY43" fmla="*/ 253539 h 15212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2788987" h="1521261">
                <a:moveTo>
                  <a:pt x="1267721" y="1258915"/>
                </a:moveTo>
                <a:lnTo>
                  <a:pt x="1521274" y="1258915"/>
                </a:lnTo>
                <a:lnTo>
                  <a:pt x="1521274" y="1267718"/>
                </a:lnTo>
                <a:lnTo>
                  <a:pt x="1267731" y="1521261"/>
                </a:lnTo>
                <a:lnTo>
                  <a:pt x="507100" y="1521261"/>
                </a:lnTo>
                <a:lnTo>
                  <a:pt x="507100" y="1521259"/>
                </a:lnTo>
                <a:lnTo>
                  <a:pt x="253542" y="1521259"/>
                </a:lnTo>
                <a:lnTo>
                  <a:pt x="0" y="1267718"/>
                </a:lnTo>
                <a:lnTo>
                  <a:pt x="0" y="1267717"/>
                </a:lnTo>
                <a:lnTo>
                  <a:pt x="1014184" y="1267717"/>
                </a:lnTo>
                <a:lnTo>
                  <a:pt x="1014184" y="1267718"/>
                </a:lnTo>
                <a:lnTo>
                  <a:pt x="1135833" y="1267718"/>
                </a:lnTo>
                <a:lnTo>
                  <a:pt x="1137560" y="1266058"/>
                </a:lnTo>
                <a:lnTo>
                  <a:pt x="1267721" y="1266058"/>
                </a:lnTo>
                <a:close/>
                <a:moveTo>
                  <a:pt x="760639" y="0"/>
                </a:moveTo>
                <a:lnTo>
                  <a:pt x="1521274" y="0"/>
                </a:lnTo>
                <a:lnTo>
                  <a:pt x="1521274" y="2745"/>
                </a:lnTo>
                <a:lnTo>
                  <a:pt x="1774813" y="2745"/>
                </a:lnTo>
                <a:lnTo>
                  <a:pt x="1774813" y="0"/>
                </a:lnTo>
                <a:lnTo>
                  <a:pt x="2535433" y="0"/>
                </a:lnTo>
                <a:lnTo>
                  <a:pt x="2788987" y="253554"/>
                </a:lnTo>
                <a:lnTo>
                  <a:pt x="2788987" y="1267716"/>
                </a:lnTo>
                <a:lnTo>
                  <a:pt x="2535442" y="1521261"/>
                </a:lnTo>
                <a:lnTo>
                  <a:pt x="2028354" y="1521261"/>
                </a:lnTo>
                <a:lnTo>
                  <a:pt x="1774813" y="1267721"/>
                </a:lnTo>
                <a:lnTo>
                  <a:pt x="1774813" y="1258915"/>
                </a:lnTo>
                <a:lnTo>
                  <a:pt x="2146331" y="1258915"/>
                </a:lnTo>
                <a:lnTo>
                  <a:pt x="2155130" y="1267714"/>
                </a:lnTo>
                <a:lnTo>
                  <a:pt x="2408668" y="1267714"/>
                </a:lnTo>
                <a:lnTo>
                  <a:pt x="2535443" y="1140940"/>
                </a:lnTo>
                <a:lnTo>
                  <a:pt x="2535443" y="380323"/>
                </a:lnTo>
                <a:lnTo>
                  <a:pt x="2408660" y="253540"/>
                </a:lnTo>
                <a:lnTo>
                  <a:pt x="2155129" y="253540"/>
                </a:lnTo>
                <a:lnTo>
                  <a:pt x="2155126" y="253544"/>
                </a:lnTo>
                <a:lnTo>
                  <a:pt x="2026409" y="253544"/>
                </a:lnTo>
                <a:lnTo>
                  <a:pt x="2026409" y="256287"/>
                </a:lnTo>
                <a:lnTo>
                  <a:pt x="1265784" y="256287"/>
                </a:lnTo>
                <a:lnTo>
                  <a:pt x="1265784" y="253544"/>
                </a:lnTo>
                <a:lnTo>
                  <a:pt x="897991" y="253544"/>
                </a:lnTo>
                <a:lnTo>
                  <a:pt x="897213" y="254262"/>
                </a:lnTo>
                <a:lnTo>
                  <a:pt x="762255" y="254262"/>
                </a:lnTo>
                <a:lnTo>
                  <a:pt x="762255" y="261965"/>
                </a:lnTo>
                <a:lnTo>
                  <a:pt x="507100" y="261965"/>
                </a:lnTo>
                <a:lnTo>
                  <a:pt x="507100" y="25353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PH"/>
          </a:p>
        </p:txBody>
      </p:sp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05E2CBB3-09CB-3168-8EB2-F454D67C3011}"/>
              </a:ext>
            </a:extLst>
          </p:cNvPr>
          <p:cNvSpPr/>
          <p:nvPr/>
        </p:nvSpPr>
        <p:spPr>
          <a:xfrm flipH="1" flipV="1">
            <a:off x="7175268" y="2662762"/>
            <a:ext cx="3746334" cy="254504"/>
          </a:xfrm>
          <a:custGeom>
            <a:avLst/>
            <a:gdLst>
              <a:gd name="connsiteX0" fmla="*/ 3295494 w 3746334"/>
              <a:gd name="connsiteY0" fmla="*/ 254504 h 254504"/>
              <a:gd name="connsiteX1" fmla="*/ 2534869 w 3746334"/>
              <a:gd name="connsiteY1" fmla="*/ 254504 h 254504"/>
              <a:gd name="connsiteX2" fmla="*/ 2534869 w 3746334"/>
              <a:gd name="connsiteY2" fmla="*/ 253197 h 254504"/>
              <a:gd name="connsiteX3" fmla="*/ 2027418 w 3746334"/>
              <a:gd name="connsiteY3" fmla="*/ 253197 h 254504"/>
              <a:gd name="connsiteX4" fmla="*/ 2027418 w 3746334"/>
              <a:gd name="connsiteY4" fmla="*/ 254504 h 254504"/>
              <a:gd name="connsiteX5" fmla="*/ 1266792 w 3746334"/>
              <a:gd name="connsiteY5" fmla="*/ 254504 h 254504"/>
              <a:gd name="connsiteX6" fmla="*/ 1266792 w 3746334"/>
              <a:gd name="connsiteY6" fmla="*/ 253196 h 254504"/>
              <a:gd name="connsiteX7" fmla="*/ 760626 w 3746334"/>
              <a:gd name="connsiteY7" fmla="*/ 253196 h 254504"/>
              <a:gd name="connsiteX8" fmla="*/ 760626 w 3746334"/>
              <a:gd name="connsiteY8" fmla="*/ 253542 h 254504"/>
              <a:gd name="connsiteX9" fmla="*/ 248662 w 3746334"/>
              <a:gd name="connsiteY9" fmla="*/ 253542 h 254504"/>
              <a:gd name="connsiteX10" fmla="*/ 0 w 3746334"/>
              <a:gd name="connsiteY10" fmla="*/ 4880 h 254504"/>
              <a:gd name="connsiteX11" fmla="*/ 0 w 3746334"/>
              <a:gd name="connsiteY11" fmla="*/ 0 h 254504"/>
              <a:gd name="connsiteX12" fmla="*/ 230143 w 3746334"/>
              <a:gd name="connsiteY12" fmla="*/ 0 h 254504"/>
              <a:gd name="connsiteX13" fmla="*/ 230143 w 3746334"/>
              <a:gd name="connsiteY13" fmla="*/ 23170 h 254504"/>
              <a:gd name="connsiteX14" fmla="*/ 3516307 w 3746334"/>
              <a:gd name="connsiteY14" fmla="*/ 23170 h 254504"/>
              <a:gd name="connsiteX15" fmla="*/ 3746334 w 3746334"/>
              <a:gd name="connsiteY15" fmla="*/ 253197 h 254504"/>
              <a:gd name="connsiteX16" fmla="*/ 3295494 w 3746334"/>
              <a:gd name="connsiteY16" fmla="*/ 253197 h 2545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746334" h="254504">
                <a:moveTo>
                  <a:pt x="3295494" y="254504"/>
                </a:moveTo>
                <a:lnTo>
                  <a:pt x="2534869" y="254504"/>
                </a:lnTo>
                <a:lnTo>
                  <a:pt x="2534869" y="253197"/>
                </a:lnTo>
                <a:lnTo>
                  <a:pt x="2027418" y="253197"/>
                </a:lnTo>
                <a:lnTo>
                  <a:pt x="2027418" y="254504"/>
                </a:lnTo>
                <a:lnTo>
                  <a:pt x="1266792" y="254504"/>
                </a:lnTo>
                <a:lnTo>
                  <a:pt x="1266792" y="253196"/>
                </a:lnTo>
                <a:lnTo>
                  <a:pt x="760626" y="253196"/>
                </a:lnTo>
                <a:lnTo>
                  <a:pt x="760626" y="253542"/>
                </a:lnTo>
                <a:lnTo>
                  <a:pt x="248662" y="253542"/>
                </a:lnTo>
                <a:lnTo>
                  <a:pt x="0" y="4880"/>
                </a:lnTo>
                <a:lnTo>
                  <a:pt x="0" y="0"/>
                </a:lnTo>
                <a:lnTo>
                  <a:pt x="230143" y="0"/>
                </a:lnTo>
                <a:lnTo>
                  <a:pt x="230143" y="23170"/>
                </a:lnTo>
                <a:lnTo>
                  <a:pt x="3516307" y="23170"/>
                </a:lnTo>
                <a:lnTo>
                  <a:pt x="3746334" y="253197"/>
                </a:lnTo>
                <a:lnTo>
                  <a:pt x="3295494" y="25319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0294252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495</TotalTime>
  <Words>3</Words>
  <Application>Microsoft Office PowerPoint</Application>
  <PresentationFormat>Widescreen</PresentationFormat>
  <Paragraphs>3</Paragraphs>
  <Slides>15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Jason D'Souza</dc:creator>
  <cp:lastModifiedBy>Jason D'Souza</cp:lastModifiedBy>
  <cp:revision>3</cp:revision>
  <dcterms:created xsi:type="dcterms:W3CDTF">2025-06-26T06:09:50Z</dcterms:created>
  <dcterms:modified xsi:type="dcterms:W3CDTF">2025-06-28T07:10:01Z</dcterms:modified>
</cp:coreProperties>
</file>